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4468" r:id="rId1"/>
  </p:sldMasterIdLst>
  <p:sldIdLst>
    <p:sldId id="256" r:id="rId2"/>
    <p:sldId id="257" r:id="rId3"/>
    <p:sldId id="258" r:id="rId4"/>
    <p:sldId id="259" r:id="rId5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024">
          <p15:clr>
            <a:srgbClr val="A4A3A4"/>
          </p15:clr>
        </p15:guide>
        <p15:guide id="2" pos="23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FEAC0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>
        <p:scale>
          <a:sx n="66" d="100"/>
          <a:sy n="66" d="100"/>
        </p:scale>
        <p:origin x="2190" y="9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3024"/>
        <p:guide pos="2304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2.emf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3.bin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2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2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2.emf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2.emf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2.emf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2.emf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2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2.emf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2.emf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2.emf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2.emf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2.emf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2.emf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2.emf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2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2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2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2.emf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White">
    <p:bg bwMode="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685593"/>
            <a:ext cx="4490721" cy="2396600"/>
          </a:xfrm>
          <a:prstGeom prst="rect">
            <a:avLst/>
          </a:prstGeom>
        </p:spPr>
        <p:txBody>
          <a:bodyPr anchor="b" anchorCtr="0">
            <a:noAutofit/>
          </a:bodyPr>
          <a:lstStyle>
            <a:lvl1pPr algn="l">
              <a:lnSpc>
                <a:spcPct val="100000"/>
              </a:lnSpc>
              <a:defRPr sz="3600" b="0" baseline="0">
                <a:solidFill>
                  <a:schemeClr val="accent3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anchor="ctr">
            <a:noAutofit/>
          </a:bodyPr>
          <a:lstStyle>
            <a:lvl1pPr>
              <a:spcAft>
                <a:spcPts val="0"/>
              </a:spcAft>
              <a:defRPr sz="1200" b="1" baseline="0">
                <a:solidFill>
                  <a:schemeClr val="tx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9C623ED-9A31-E94B-385F-DFBB34F5916A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altLang="ko-KR" noProof="0"/>
              <a:t>Click icon to add picture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0AE10D9F-D168-A862-DA84-574F11D0E2FC}"/>
              </a:ext>
            </a:extLst>
          </p:cNvPr>
          <p:cNvGrpSpPr>
            <a:grpSpLocks noChangeAspect="1"/>
          </p:cNvGrpSpPr>
          <p:nvPr/>
        </p:nvGrpSpPr>
        <p:grpSpPr>
          <a:xfrm>
            <a:off x="458955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44CBE796-5FC0-E423-16A1-DED0AE56DA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05F4CE5-D10C-368B-764B-BE5DDD8C109E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2B55AB8F-F80C-19EB-DE5A-8549EB0626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D65E41BE-2ED0-AF4B-DF02-80167B390CD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A3B1E04E-4F3D-05D8-198A-E56F73828D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18AB0503-5A25-EA1A-CCDA-5739B389D5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9078E8A5-D83D-7CB8-FB4B-E529707C17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872DBAD7-765D-9E17-A482-B90F9011D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87957C86-A850-1151-B037-B89403C071B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4CFF774E-2F8B-204A-8BF8-AB13C285B72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57295912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8A9CD2DA-AA83-4DCB-8501-DE5878CC0B8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sz="1800" b="0" baseline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2567164D-98D6-14DE-1654-8043100211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sz="2100" baseline="0">
                <a:latin typeface="+mj-lt"/>
              </a:defRPr>
            </a:lvl1pPr>
          </a:lstStyle>
          <a:p>
            <a:r>
              <a:rPr lang="en-US"/>
              <a:t>Click to add title</a:t>
            </a:r>
          </a:p>
        </p:txBody>
      </p:sp>
      <p:sp>
        <p:nvSpPr>
          <p:cNvPr id="7" name="날짜 개체 틀 4">
            <a:extLst>
              <a:ext uri="{FF2B5EF4-FFF2-40B4-BE49-F238E27FC236}">
                <a16:creationId xmlns:a16="http://schemas.microsoft.com/office/drawing/2014/main" id="{A627867D-D0CC-6335-83BB-E03C929260F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AD01DAAC-57C1-A0F2-A2CA-9571DF5DB5F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67F72B4E-B1DC-FF46-4A57-D02E735D837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2722171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769567"/>
            <a:ext cx="4490721" cy="2312625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3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B81976BE-EAA8-F89C-D5B3-ECA4949B5BC4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altLang="ko-KR" noProof="0"/>
              <a:t>Click icon to add picture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7B4610A1-FE92-9620-EE17-59E7043EE62B}"/>
              </a:ext>
            </a:extLst>
          </p:cNvPr>
          <p:cNvGrpSpPr>
            <a:grpSpLocks noChangeAspect="1"/>
          </p:cNvGrpSpPr>
          <p:nvPr/>
        </p:nvGrpSpPr>
        <p:grpSpPr>
          <a:xfrm>
            <a:off x="458955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E5836D7C-D2D1-B476-F4F7-4F040F3B16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36898239-3367-CD5B-F08E-ABB69FF1003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46083DD4-63E5-3E8A-AF8B-B2681775D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13E0A1C3-7A29-0423-3B6F-4493F435277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2328D643-42CB-1ED7-6DF5-EF8D95A5CD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7A54147C-9FE7-7707-37D7-7C4868206E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89704F6F-EDB2-A694-9B08-3AD6E286C4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11379585-A8E7-0483-21F4-D373F9B340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1AB00B02-7320-683F-D38B-BB4D1E66687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3F7A3459-73B5-2C6E-6811-184469615B2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71813351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750907"/>
            <a:ext cx="4490721" cy="233128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1"/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FB2FFE14-03CA-6135-58A2-5C311D365127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altLang="ko-KR" noProof="0"/>
              <a:t>Click icon to add picture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05CBEB57-6D12-C164-15C9-BFBFC79A2FE3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7DC99352-1946-9240-5F41-C2B430B539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F174FA36-1C6F-7AF2-5F3B-DABFFD040FC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B2037B59-BE12-2C46-CAE0-7373A65751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20A3264C-FF24-146A-5730-507621D5DE3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3433C11B-CE4C-2D9B-2B6B-389CD4EF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BCEFDAA4-28D8-98FF-F771-D1FA225AEE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3C1FC899-4915-CF36-6D22-C1E629F72F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60F6181B-47DE-8EC3-6D41-24675A5B14B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901E0EA5-1EF9-19DB-4C2D-F72E3857F19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EA0C4BD9-6E33-72A8-4082-0783F83B6AB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826363802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 Green">
    <p:bg bwMode="gray"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itle 1">
            <a:extLst>
              <a:ext uri="{FF2B5EF4-FFF2-40B4-BE49-F238E27FC236}">
                <a16:creationId xmlns:a16="http://schemas.microsoft.com/office/drawing/2014/main" id="{B345DB50-CB94-4421-9E14-33DABF97347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3809555"/>
            <a:ext cx="4490721" cy="2272638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5BCB8175-C467-0B04-B004-47252C8E68C3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altLang="ko-KR" noProof="0"/>
              <a:t>Click icon to add picture</a:t>
            </a:r>
            <a:endParaRPr lang="en-US" noProof="0"/>
          </a:p>
        </p:txBody>
      </p:sp>
      <p:grpSp>
        <p:nvGrpSpPr>
          <p:cNvPr id="3" name="Group 1">
            <a:extLst>
              <a:ext uri="{FF2B5EF4-FFF2-40B4-BE49-F238E27FC236}">
                <a16:creationId xmlns:a16="http://schemas.microsoft.com/office/drawing/2014/main" id="{9FAC0912-2D3F-352B-1A68-1705963862A7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5" name="Oval 5">
              <a:extLst>
                <a:ext uri="{FF2B5EF4-FFF2-40B4-BE49-F238E27FC236}">
                  <a16:creationId xmlns:a16="http://schemas.microsoft.com/office/drawing/2014/main" id="{702B15F8-4406-B485-FB96-904F78886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02E1C100-2CB0-9BE0-3AEE-42E92039BE6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7" name="Rectangle 7">
              <a:extLst>
                <a:ext uri="{FF2B5EF4-FFF2-40B4-BE49-F238E27FC236}">
                  <a16:creationId xmlns:a16="http://schemas.microsoft.com/office/drawing/2014/main" id="{CEB0E5A2-0C8E-1CD1-8A31-D9FC386DF7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8" name="Freeform 8">
              <a:extLst>
                <a:ext uri="{FF2B5EF4-FFF2-40B4-BE49-F238E27FC236}">
                  <a16:creationId xmlns:a16="http://schemas.microsoft.com/office/drawing/2014/main" id="{5CF6CC71-4884-0FD1-0246-4C088D934D2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9">
              <a:extLst>
                <a:ext uri="{FF2B5EF4-FFF2-40B4-BE49-F238E27FC236}">
                  <a16:creationId xmlns:a16="http://schemas.microsoft.com/office/drawing/2014/main" id="{49E0EA8B-252D-2C79-E4E3-3F849DE50F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10">
              <a:extLst>
                <a:ext uri="{FF2B5EF4-FFF2-40B4-BE49-F238E27FC236}">
                  <a16:creationId xmlns:a16="http://schemas.microsoft.com/office/drawing/2014/main" id="{5F3C9DA1-691C-59E9-7BB3-07981762F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4185CFE4-C7B3-3090-273B-E8B6D3B878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23E33FAE-7E4B-388F-1501-27AB55B830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D0FF1427-019A-C74E-07D2-4C706B2773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93AF9C66-6719-4974-EEB6-065F516BC9A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92589523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Full bleed image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A239FF85-CD49-BB35-3695-75C424AD973D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ko-KR" noProof="0"/>
              <a:t>Click icon to add picture</a:t>
            </a:r>
            <a:endParaRPr lang="en-US" noProof="0"/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1" y="6365848"/>
            <a:ext cx="4490721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A585122-38AC-D71C-D33A-F55F622B6FB1}"/>
              </a:ext>
            </a:extLst>
          </p:cNvPr>
          <p:cNvSpPr txBox="1">
            <a:spLocks/>
          </p:cNvSpPr>
          <p:nvPr/>
        </p:nvSpPr>
        <p:spPr bwMode="gray">
          <a:xfrm>
            <a:off x="457201" y="3750907"/>
            <a:ext cx="4490721" cy="2331286"/>
          </a:xfrm>
          <a:prstGeom prst="rect">
            <a:avLst/>
          </a:prstGeom>
        </p:spPr>
        <p:txBody>
          <a:bodyPr vert="horz" lIns="0" tIns="0" rIns="0" bIns="0" rtlCol="0" anchor="b" anchorCtr="0">
            <a:noAutofit/>
          </a:bodyPr>
          <a:lstStyle>
            <a:lvl1pPr algn="l" defTabSz="685800" rtl="0" eaLnBrk="1" latinLnBrk="1" hangingPunct="1">
              <a:lnSpc>
                <a:spcPct val="100000"/>
              </a:lnSpc>
              <a:spcBef>
                <a:spcPct val="0"/>
              </a:spcBef>
              <a:buNone/>
              <a:defRPr lang="en-US" sz="3600" b="1" kern="1200" baseline="0" noProof="0" dirty="0">
                <a:solidFill>
                  <a:schemeClr val="accent1"/>
                </a:solidFill>
                <a:latin typeface="+mj-lt"/>
                <a:ea typeface="+mj-ea"/>
                <a:cs typeface="Calibri Light" panose="020F0302020204030204" pitchFamily="34" charset="0"/>
              </a:defRPr>
            </a:lvl1pPr>
          </a:lstStyle>
          <a:p>
            <a:r>
              <a:rPr lang="it-IT" b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3441085341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slide - Dark-Bright gradient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470C5F18-5824-4737-AA04-AA61C1FBBF1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6365848"/>
            <a:ext cx="4608000" cy="18000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spcAft>
                <a:spcPts val="0"/>
              </a:spcAft>
              <a:defRPr lang="en-US" b="1" baseline="0" noProof="0" dirty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defRPr>
            </a:lvl1pPr>
            <a:lvl2pPr>
              <a:defRPr>
                <a:solidFill>
                  <a:schemeClr val="bg1"/>
                </a:solidFill>
              </a:defRPr>
            </a:lvl2pPr>
            <a:lvl3pPr>
              <a:defRPr>
                <a:solidFill>
                  <a:schemeClr val="bg1"/>
                </a:solidFill>
              </a:defRPr>
            </a:lvl3pPr>
            <a:lvl4pPr>
              <a:defRPr>
                <a:solidFill>
                  <a:schemeClr val="bg1"/>
                </a:solidFill>
              </a:defRPr>
            </a:lvl4pPr>
            <a:lvl5pPr>
              <a:defRPr>
                <a:solidFill>
                  <a:schemeClr val="bg1"/>
                </a:solidFill>
              </a:defRPr>
            </a:lvl5pPr>
          </a:lstStyle>
          <a:p>
            <a:pPr lvl="0">
              <a:spcAft>
                <a:spcPts val="0"/>
              </a:spcAft>
            </a:pPr>
            <a:r>
              <a:rPr lang="en-US" noProof="0"/>
              <a:t>Click to add secondary text</a:t>
            </a:r>
          </a:p>
        </p:txBody>
      </p:sp>
      <p:sp>
        <p:nvSpPr>
          <p:cNvPr id="44" name="Picture Placeholder 8">
            <a:extLst>
              <a:ext uri="{FF2B5EF4-FFF2-40B4-BE49-F238E27FC236}">
                <a16:creationId xmlns:a16="http://schemas.microsoft.com/office/drawing/2014/main" id="{932C736B-20BB-4603-9DD1-FEB85AD9DC39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959257" y="698373"/>
            <a:ext cx="5544000" cy="5544000"/>
          </a:xfrm>
          <a:prstGeom prst="rect">
            <a:avLst/>
          </a:prstGeom>
        </p:spPr>
        <p:txBody>
          <a:bodyPr/>
          <a:lstStyle/>
          <a:p>
            <a:r>
              <a:rPr lang="en-US" altLang="ko-KR" noProof="0"/>
              <a:t>Click icon to add picture</a:t>
            </a:r>
            <a:endParaRPr lang="en-US" noProof="0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17657C6-40C6-F6CF-4B70-6C3A7D014946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3" name="Oval 5">
              <a:extLst>
                <a:ext uri="{FF2B5EF4-FFF2-40B4-BE49-F238E27FC236}">
                  <a16:creationId xmlns:a16="http://schemas.microsoft.com/office/drawing/2014/main" id="{9801DAF1-D5EE-530E-DFC3-4336973F0F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5" name="Freeform 6">
              <a:extLst>
                <a:ext uri="{FF2B5EF4-FFF2-40B4-BE49-F238E27FC236}">
                  <a16:creationId xmlns:a16="http://schemas.microsoft.com/office/drawing/2014/main" id="{C31BEE40-DA0F-5F2E-3692-E5299074D68B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6" name="Rectangle 7">
              <a:extLst>
                <a:ext uri="{FF2B5EF4-FFF2-40B4-BE49-F238E27FC236}">
                  <a16:creationId xmlns:a16="http://schemas.microsoft.com/office/drawing/2014/main" id="{CF1B8E2E-507A-FF79-D42D-35F5CFA0A1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7" name="Freeform 8">
              <a:extLst>
                <a:ext uri="{FF2B5EF4-FFF2-40B4-BE49-F238E27FC236}">
                  <a16:creationId xmlns:a16="http://schemas.microsoft.com/office/drawing/2014/main" id="{AF81A1CA-6543-33F7-8692-F57A5F664E2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8" name="Rectangle 9">
              <a:extLst>
                <a:ext uri="{FF2B5EF4-FFF2-40B4-BE49-F238E27FC236}">
                  <a16:creationId xmlns:a16="http://schemas.microsoft.com/office/drawing/2014/main" id="{7778944C-3AF1-6572-F15B-8CFCD73EA5F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Rectangle 10">
              <a:extLst>
                <a:ext uri="{FF2B5EF4-FFF2-40B4-BE49-F238E27FC236}">
                  <a16:creationId xmlns:a16="http://schemas.microsoft.com/office/drawing/2014/main" id="{4C298C8C-ACE2-A6CE-FD55-D40B3591BB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Freeform 11">
              <a:extLst>
                <a:ext uri="{FF2B5EF4-FFF2-40B4-BE49-F238E27FC236}">
                  <a16:creationId xmlns:a16="http://schemas.microsoft.com/office/drawing/2014/main" id="{AD3D65C1-1E86-C9C6-EE95-D150FCD0F9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12">
              <a:extLst>
                <a:ext uri="{FF2B5EF4-FFF2-40B4-BE49-F238E27FC236}">
                  <a16:creationId xmlns:a16="http://schemas.microsoft.com/office/drawing/2014/main" id="{69E21DBE-B360-139F-839C-8529040F53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Freeform 13">
              <a:extLst>
                <a:ext uri="{FF2B5EF4-FFF2-40B4-BE49-F238E27FC236}">
                  <a16:creationId xmlns:a16="http://schemas.microsoft.com/office/drawing/2014/main" id="{FB86D21A-D6F3-55FE-1389-07D41E5EA0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Freeform 14">
              <a:extLst>
                <a:ext uri="{FF2B5EF4-FFF2-40B4-BE49-F238E27FC236}">
                  <a16:creationId xmlns:a16="http://schemas.microsoft.com/office/drawing/2014/main" id="{239CE4F1-BAD8-FD0C-633A-CC7E0C3DDA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  <p:sp>
        <p:nvSpPr>
          <p:cNvPr id="14" name="Title 1">
            <a:extLst>
              <a:ext uri="{FF2B5EF4-FFF2-40B4-BE49-F238E27FC236}">
                <a16:creationId xmlns:a16="http://schemas.microsoft.com/office/drawing/2014/main" id="{D646566A-AC2B-0F6A-8C93-C3E8B27F19BB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gray">
          <a:xfrm>
            <a:off x="457201" y="2292681"/>
            <a:ext cx="4490721" cy="2272638"/>
          </a:xfrm>
          <a:prstGeom prst="rect">
            <a:avLst/>
          </a:prstGeom>
        </p:spPr>
        <p:txBody>
          <a:bodyPr vert="horz" lIns="0" tIns="0" rIns="0" bIns="0" rtlCol="0" anchor="ctr" anchorCtr="0">
            <a:noAutofit/>
          </a:bodyPr>
          <a:lstStyle>
            <a:lvl1pPr algn="l">
              <a:lnSpc>
                <a:spcPct val="100000"/>
              </a:lnSpc>
              <a:defRPr lang="en-US" sz="3600" b="0" noProof="0" dirty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</a:lstStyle>
          <a:p>
            <a:pPr lvl="0">
              <a:lnSpc>
                <a:spcPct val="100000"/>
              </a:lnSpc>
            </a:pPr>
            <a:r>
              <a:rPr lang="en-US" noProof="0"/>
              <a:t>Click to add title</a:t>
            </a:r>
          </a:p>
        </p:txBody>
      </p:sp>
    </p:spTree>
    <p:extLst>
      <p:ext uri="{BB962C8B-B14F-4D97-AF65-F5344CB8AC3E}">
        <p14:creationId xmlns:p14="http://schemas.microsoft.com/office/powerpoint/2010/main" val="1844665143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Glow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1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64737BF6-CD91-55EC-B1D3-52125C2FA83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428"/>
            <a:ext cx="12190476" cy="6857143"/>
          </a:xfrm>
          <a:prstGeom prst="rect">
            <a:avLst/>
          </a:prstGeom>
        </p:spPr>
      </p:pic>
      <p:pic>
        <p:nvPicPr>
          <p:cNvPr id="4" name="Picture 3" descr="A green circle on a green background&#10;&#10;AI-generated content may be incorrect.">
            <a:extLst>
              <a:ext uri="{FF2B5EF4-FFF2-40B4-BE49-F238E27FC236}">
                <a16:creationId xmlns:a16="http://schemas.microsoft.com/office/drawing/2014/main" id="{45E3228C-6488-D962-AD57-9F2A5C5896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2" y="428"/>
            <a:ext cx="12190476" cy="6857143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32671CB7-EA0F-58E4-4174-1D1922A3AB2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lIns="0" tIns="0" rIns="0" bIns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sz="3600" b="1" baseline="0">
                <a:solidFill>
                  <a:schemeClr val="bg1"/>
                </a:solidFill>
                <a:latin typeface="+mj-lt"/>
                <a:ea typeface="+mj-ea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654306632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United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56245C15-57A3-6DF3-1754-20E77EB5CAD9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5" imgH="425" progId="TCLayout.ActiveDocument.1">
                  <p:embed/>
                </p:oleObj>
              </mc:Choice>
              <mc:Fallback>
                <p:oleObj name="think-cell Slide" r:id="rId4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9D2CC364-3A56-4B32-F356-4C27AC2B9CA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gray">
          <a:xfrm>
            <a:off x="0" y="3098800"/>
            <a:ext cx="12192000" cy="660400"/>
          </a:xfrm>
        </p:spPr>
        <p:txBody>
          <a:bodyPr vert="horz" lIns="0" tIns="0" rIns="0" bIns="0" rtlCol="0" anchor="ctr">
            <a:noAutofit/>
          </a:bodyPr>
          <a:lstStyle>
            <a:lvl1pPr marL="0" indent="0" algn="ctr">
              <a:lnSpc>
                <a:spcPct val="95000"/>
              </a:lnSpc>
              <a:spcAft>
                <a:spcPts val="0"/>
              </a:spcAft>
              <a:buNone/>
              <a:defRPr lang="en-US" sz="3600" b="1" baseline="0" noProof="0" dirty="0">
                <a:solidFill>
                  <a:schemeClr val="bg1"/>
                </a:solidFill>
                <a:latin typeface="+mj-lt"/>
                <a:ea typeface="+mj-ea"/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ctr">
              <a:lnSpc>
                <a:spcPct val="95000"/>
              </a:lnSpc>
              <a:spcAft>
                <a:spcPts val="0"/>
              </a:spcAft>
            </a:pPr>
            <a:r>
              <a:rPr lang="en-US" noProof="0"/>
              <a:t>Click to add text</a:t>
            </a:r>
          </a:p>
        </p:txBody>
      </p:sp>
      <p:pic>
        <p:nvPicPr>
          <p:cNvPr id="6" name="Picture 2" descr="A circle of small green and blue dots&#10;&#10;Description automatically generated">
            <a:extLst>
              <a:ext uri="{FF2B5EF4-FFF2-40B4-BE49-F238E27FC236}">
                <a16:creationId xmlns:a16="http://schemas.microsoft.com/office/drawing/2014/main" id="{8F109B73-F02F-1033-28A8-646E55994B1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095" t="20842" r="-653" b="10449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2201537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 Green">
    <p:bg bwMode="gray"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237997-F2A9-D664-587D-4BF3816A0DA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anchor="t"/>
          <a:lstStyle>
            <a:lvl1pPr>
              <a:lnSpc>
                <a:spcPct val="95000"/>
              </a:lnSpc>
              <a:defRPr sz="3600" b="1" baseline="0">
                <a:solidFill>
                  <a:schemeClr val="accent4"/>
                </a:solidFill>
                <a:latin typeface="+mj-lt"/>
                <a:ea typeface="+mj-ea"/>
                <a:cs typeface="Open Sans" panose="020B0606030504020204" pitchFamily="34" charset="0"/>
              </a:defRPr>
            </a:lvl1pPr>
          </a:lstStyle>
          <a:p>
            <a:pPr lvl="0"/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93792589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Green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12CD58D-2BFB-3387-A814-C06828E88CA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tx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75209262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Pale-Deloitte Green gradient">
    <p:bg bwMode="gray">
      <p:bgPr>
        <a:gradFill>
          <a:gsLst>
            <a:gs pos="99000">
              <a:schemeClr val="accent1"/>
            </a:gs>
            <a:gs pos="28000">
              <a:schemeClr val="accent6"/>
            </a:gs>
          </a:gsLst>
          <a:lin ang="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26288D3C-20C4-200E-7A39-8253F3E6AD5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accent4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1365083908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Deep Green">
    <p:bg bwMode="gray"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itle 1">
            <a:extLst>
              <a:ext uri="{FF2B5EF4-FFF2-40B4-BE49-F238E27FC236}">
                <a16:creationId xmlns:a16="http://schemas.microsoft.com/office/drawing/2014/main" id="{17582AB9-92F7-B2E5-BF9C-744E1F477F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bg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61935386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ark-Bright gradient with tagline logo lockup">
    <p:bg bwMode="gray">
      <p:bgPr>
        <a:gradFill flip="none" rotWithShape="1">
          <a:gsLst>
            <a:gs pos="25000">
              <a:schemeClr val="accent2">
                <a:lumMod val="67000"/>
              </a:schemeClr>
            </a:gs>
            <a:gs pos="100000">
              <a:schemeClr val="accent2">
                <a:lumMod val="60000"/>
                <a:lumOff val="40000"/>
              </a:schemeClr>
            </a:gs>
          </a:gsLst>
          <a:lin ang="0" scaled="0"/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>
            <a:extLst>
              <a:ext uri="{FF2B5EF4-FFF2-40B4-BE49-F238E27FC236}">
                <a16:creationId xmlns:a16="http://schemas.microsoft.com/office/drawing/2014/main" id="{2559336F-A28E-132F-AE15-43D8D49F24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bg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281257989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vider - Deloitte Accessible Teal">
    <p:bg bwMode="gray"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F4FDF0-825B-9D05-FCBA-CD50EF6CC82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tx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3239808683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Black">
    <p:bg bwMode="gray"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D903953-236A-7A85-C86D-21E60D82676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65960670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D903953-236A-7A85-C86D-21E60D82676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1" name="Title 1">
            <a:extLst>
              <a:ext uri="{FF2B5EF4-FFF2-40B4-BE49-F238E27FC236}">
                <a16:creationId xmlns:a16="http://schemas.microsoft.com/office/drawing/2014/main" id="{5F35D1E1-7A9C-AE7F-744F-00D2D0F3439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bg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814407320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vider - Full-bleed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2AA0174D-B09C-4960-94D1-79FD4D04BDF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altLang="ko-KR" noProof="0"/>
              <a:t>Click icon to add picture</a:t>
            </a:r>
            <a:endParaRPr lang="en-US" noProof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AEE1843C-9C47-5853-9CCF-75A6755EA0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457200" y="1682496"/>
            <a:ext cx="11274552" cy="1592403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lnSpc>
                <a:spcPct val="95000"/>
              </a:lnSpc>
              <a:defRPr lang="en-US" sz="3600" b="1" noProof="0" dirty="0">
                <a:solidFill>
                  <a:schemeClr val="tx1"/>
                </a:solidFill>
                <a:cs typeface="Open Sans" panose="020B0606030504020204" pitchFamily="34" charset="0"/>
              </a:defRPr>
            </a:lvl1pPr>
          </a:lstStyle>
          <a:p>
            <a:pPr lvl="0">
              <a:lnSpc>
                <a:spcPct val="95000"/>
              </a:lnSpc>
            </a:pPr>
            <a:r>
              <a:rPr lang="en-US" noProof="0"/>
              <a:t>Click to add text</a:t>
            </a:r>
          </a:p>
        </p:txBody>
      </p:sp>
    </p:spTree>
    <p:extLst>
      <p:ext uri="{BB962C8B-B14F-4D97-AF65-F5344CB8AC3E}">
        <p14:creationId xmlns:p14="http://schemas.microsoft.com/office/powerpoint/2010/main" val="4131070335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96593EEB-1CDC-4080-8C11-602DEAE1026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60093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E4FB1F-7D5F-D9E5-B9C1-7BEED46ECC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7" name="바닥글 개체 틀 5">
            <a:extLst>
              <a:ext uri="{FF2B5EF4-FFF2-40B4-BE49-F238E27FC236}">
                <a16:creationId xmlns:a16="http://schemas.microsoft.com/office/drawing/2014/main" id="{BC273DB2-C382-45A0-6B7C-AFD025AB446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DA6E0661-26C0-049B-E38C-639D09F6D70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20926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06929E50-6BC7-6A16-7F97-75FA3937A2C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62757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BD294A53-933D-F657-F5B3-186FA636136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4" name="날짜 개체 틀 4">
            <a:extLst>
              <a:ext uri="{FF2B5EF4-FFF2-40B4-BE49-F238E27FC236}">
                <a16:creationId xmlns:a16="http://schemas.microsoft.com/office/drawing/2014/main" id="{9A78E699-763D-ED9D-8975-19ECC91212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0" name="바닥글 개체 틀 5">
            <a:extLst>
              <a:ext uri="{FF2B5EF4-FFF2-40B4-BE49-F238E27FC236}">
                <a16:creationId xmlns:a16="http://schemas.microsoft.com/office/drawing/2014/main" id="{2D21F9B9-4524-B17E-F00D-85A1F1815E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1" name="슬라이드 번호 개체 틀 6">
            <a:extLst>
              <a:ext uri="{FF2B5EF4-FFF2-40B4-BE49-F238E27FC236}">
                <a16:creationId xmlns:a16="http://schemas.microsoft.com/office/drawing/2014/main" id="{98E2B3EF-4ACF-66E1-1938-C44F742DD9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276137"/>
      </p:ext>
    </p:extLst>
  </p:cSld>
  <p:clrMapOvr>
    <a:masterClrMapping/>
  </p:clrMapOvr>
  <p:transition>
    <p:fad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61169" y="1678966"/>
            <a:ext cx="5486400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4" name="Title Placeholder 1">
            <a:extLst>
              <a:ext uri="{FF2B5EF4-FFF2-40B4-BE49-F238E27FC236}">
                <a16:creationId xmlns:a16="http://schemas.microsoft.com/office/drawing/2014/main" id="{8333EA7F-716E-CA3B-831D-4E6ADC7C21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A177D062-A16A-0B81-6184-AFB65CA934D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B985A43D-C972-E096-FAAF-8B14EF68FDD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9" name="바닥글 개체 틀 5">
            <a:extLst>
              <a:ext uri="{FF2B5EF4-FFF2-40B4-BE49-F238E27FC236}">
                <a16:creationId xmlns:a16="http://schemas.microsoft.com/office/drawing/2014/main" id="{0B7C5F9E-E36C-41B0-4705-D9ACA30D0F3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0" name="슬라이드 번호 개체 틀 6">
            <a:extLst>
              <a:ext uri="{FF2B5EF4-FFF2-40B4-BE49-F238E27FC236}">
                <a16:creationId xmlns:a16="http://schemas.microsoft.com/office/drawing/2014/main" id="{F81914A7-ED89-7082-0709-E150459155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659539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5" name="Title Placeholder 1">
            <a:extLst>
              <a:ext uri="{FF2B5EF4-FFF2-40B4-BE49-F238E27FC236}">
                <a16:creationId xmlns:a16="http://schemas.microsoft.com/office/drawing/2014/main" id="{9F0BB36C-DE52-CFD5-6483-3AF9FFFA109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0" name="Text Placeholder 8">
            <a:extLst>
              <a:ext uri="{FF2B5EF4-FFF2-40B4-BE49-F238E27FC236}">
                <a16:creationId xmlns:a16="http://schemas.microsoft.com/office/drawing/2014/main" id="{08BE229D-004D-FD02-F001-0D2E14634231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3" name="날짜 개체 틀 4">
            <a:extLst>
              <a:ext uri="{FF2B5EF4-FFF2-40B4-BE49-F238E27FC236}">
                <a16:creationId xmlns:a16="http://schemas.microsoft.com/office/drawing/2014/main" id="{20546BAF-862C-F1E9-CC5D-7C5BD30B03E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518839BC-717E-E86E-D779-C7CAE34A0CD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CB36D509-41A3-C4B9-6F1F-F2AF4443881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1700703"/>
      </p:ext>
    </p:extLst>
  </p:cSld>
  <p:clrMapOvr>
    <a:masterClrMapping/>
  </p:clrMapOvr>
  <p:transition>
    <p:fad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4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18030CB-8A1E-7879-CA68-10EA5C7AECBF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2860075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18030CB-8A1E-7879-CA68-10EA5C7AECBF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593F994E-D5B3-4236-9E8D-771F764DB8E8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6C1C52B-7D74-06BE-C3B3-ED2F2596A87A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3321552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6A683BB7-E6EB-C2E9-3FCA-D699A39C7127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185904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0D39A810-CF4D-8CC1-23AA-003EFA30A76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9050256" y="1678002"/>
            <a:ext cx="2685018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04775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8" name="Title Placeholder 1">
            <a:extLst>
              <a:ext uri="{FF2B5EF4-FFF2-40B4-BE49-F238E27FC236}">
                <a16:creationId xmlns:a16="http://schemas.microsoft.com/office/drawing/2014/main" id="{D9257AFC-2713-6B3B-F635-37B6D88CC30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1" name="Text Placeholder 8">
            <a:extLst>
              <a:ext uri="{FF2B5EF4-FFF2-40B4-BE49-F238E27FC236}">
                <a16:creationId xmlns:a16="http://schemas.microsoft.com/office/drawing/2014/main" id="{A7D4B389-7327-8A2D-8E40-834A0B7B80A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F7CD1E4C-21A0-48FD-BAC5-DBB317595A8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3" name="바닥글 개체 틀 5">
            <a:extLst>
              <a:ext uri="{FF2B5EF4-FFF2-40B4-BE49-F238E27FC236}">
                <a16:creationId xmlns:a16="http://schemas.microsoft.com/office/drawing/2014/main" id="{54352B1D-3849-B262-4FD7-8118CCD317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4" name="슬라이드 번호 개체 틀 6">
            <a:extLst>
              <a:ext uri="{FF2B5EF4-FFF2-40B4-BE49-F238E27FC236}">
                <a16:creationId xmlns:a16="http://schemas.microsoft.com/office/drawing/2014/main" id="{40340093-BF20-E0D7-4841-CFB670B371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5365620"/>
      </p:ext>
    </p:extLst>
  </p:cSld>
  <p:clrMapOvr>
    <a:masterClrMapping/>
  </p:clrMapOvr>
  <p:transition>
    <p:fad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 altLang="ko-KR"/>
              <a:t>Click icon to add picture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  <a:ln>
            <a:solidFill>
              <a:schemeClr val="tx1"/>
            </a:solidFill>
          </a:ln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 altLang="ko-KR"/>
              <a:t>Click icon to add picture</a:t>
            </a:r>
            <a:endParaRPr lang="en-GB"/>
          </a:p>
        </p:txBody>
      </p:sp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1CE7ED7B-D3F7-0C2D-3D7F-23B03A315C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2pPr>
            <a:lvl3pPr marL="365760">
              <a:defRPr lang="en-US" noProof="0" dirty="0">
                <a:latin typeface="+mn-lt"/>
                <a:ea typeface="+mn-ea"/>
              </a:defRPr>
            </a:lvl3pPr>
            <a:lvl4pPr marL="548640" indent="-182880">
              <a:defRPr lang="en-US" noProof="0" dirty="0">
                <a:latin typeface="+mn-lt"/>
                <a:ea typeface="+mn-ea"/>
              </a:defRPr>
            </a:lvl4pPr>
            <a:lvl5pPr marL="731520"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50493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noProof="0" dirty="0">
                <a:latin typeface="+mn-lt"/>
                <a:ea typeface="+mn-ea"/>
              </a:defRPr>
            </a:lvl2pPr>
            <a:lvl3pPr marL="365760">
              <a:defRPr lang="en-US" noProof="0" dirty="0">
                <a:latin typeface="+mn-lt"/>
                <a:ea typeface="+mn-ea"/>
              </a:defRPr>
            </a:lvl3pPr>
            <a:lvl4pPr marL="548640" indent="-182880">
              <a:defRPr lang="en-US" noProof="0" dirty="0">
                <a:latin typeface="+mn-lt"/>
                <a:ea typeface="+mn-ea"/>
              </a:defRPr>
            </a:lvl4pPr>
            <a:lvl5pPr marL="731520"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latin typeface="+mn-lt"/>
                <a:ea typeface="+mn-ea"/>
              </a:defRPr>
            </a:lvl1pPr>
            <a:lvl2pPr>
              <a:defRPr lang="en-US" noProof="0" dirty="0">
                <a:latin typeface="+mn-lt"/>
                <a:ea typeface="+mn-ea"/>
              </a:defRPr>
            </a:lvl2pPr>
            <a:lvl3pPr>
              <a:defRPr lang="en-US" noProof="0" dirty="0">
                <a:latin typeface="+mn-lt"/>
                <a:ea typeface="+mn-ea"/>
              </a:defRPr>
            </a:lvl3pPr>
            <a:lvl4pPr>
              <a:defRPr lang="en-US" noProof="0" dirty="0">
                <a:latin typeface="+mn-lt"/>
                <a:ea typeface="+mn-ea"/>
              </a:defRPr>
            </a:lvl4pPr>
            <a:lvl5pPr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50493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latin typeface="+mn-lt"/>
                <a:ea typeface="+mn-ea"/>
              </a:defRPr>
            </a:lvl1pPr>
            <a:lvl2pPr>
              <a:defRPr lang="en-US" noProof="0" dirty="0">
                <a:latin typeface="+mn-lt"/>
                <a:ea typeface="+mn-ea"/>
              </a:defRPr>
            </a:lvl2pPr>
            <a:lvl3pPr>
              <a:defRPr lang="en-US" noProof="0" dirty="0">
                <a:latin typeface="+mn-lt"/>
                <a:ea typeface="+mn-ea"/>
              </a:defRPr>
            </a:lvl3pPr>
            <a:lvl4pPr>
              <a:defRPr lang="en-US" noProof="0" dirty="0">
                <a:latin typeface="+mn-lt"/>
                <a:ea typeface="+mn-ea"/>
              </a:defRPr>
            </a:lvl4pPr>
            <a:lvl5pPr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13" name="Text Placeholder 8">
            <a:extLst>
              <a:ext uri="{FF2B5EF4-FFF2-40B4-BE49-F238E27FC236}">
                <a16:creationId xmlns:a16="http://schemas.microsoft.com/office/drawing/2014/main" id="{F2770CD3-843A-0FBA-6134-751E93C64A2F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2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6BD2A775-A9DB-DF5C-C6E3-544BA717B94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4" name="바닥글 개체 틀 5">
            <a:extLst>
              <a:ext uri="{FF2B5EF4-FFF2-40B4-BE49-F238E27FC236}">
                <a16:creationId xmlns:a16="http://schemas.microsoft.com/office/drawing/2014/main" id="{DE1B2E9D-D647-9428-8AF6-94C96E250D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5" name="슬라이드 번호 개체 틀 6">
            <a:extLst>
              <a:ext uri="{FF2B5EF4-FFF2-40B4-BE49-F238E27FC236}">
                <a16:creationId xmlns:a16="http://schemas.microsoft.com/office/drawing/2014/main" id="{4CE4AE92-6430-5FE4-77BE-BE5CE642150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27033"/>
      </p:ext>
    </p:extLst>
  </p:cSld>
  <p:clrMapOvr>
    <a:masterClrMapping/>
  </p:clrMapOvr>
  <p:transition>
    <p:fad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3028950"/>
            <a:ext cx="8566108" cy="3330716"/>
          </a:xfrm>
        </p:spPr>
        <p:txBody>
          <a:bodyPr vert="horz" lIns="0" tIns="0" rIns="0" bIns="0" rtlCol="0" anchor="b" anchorCtr="0">
            <a:noAutofit/>
          </a:bodyPr>
          <a:lstStyle>
            <a:lvl1pPr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defRPr lang="en-US" sz="900" baseline="0" dirty="0">
                <a:solidFill>
                  <a:schemeClr val="tx1"/>
                </a:solidFill>
                <a:latin typeface="+mn-lt"/>
                <a:ea typeface="+mn-ea"/>
              </a:defRPr>
            </a:lvl1pPr>
          </a:lstStyle>
          <a:p>
            <a:pPr lvl="0">
              <a:spcAft>
                <a:spcPts val="450"/>
              </a:spcAft>
            </a:pPr>
            <a:r>
              <a:rPr lang="en-US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2807C35-870E-BE5C-3063-D65F3CF32E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203F6F65-0FAE-13C5-4935-4F5D23290CA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66E6765-2EE8-0134-6860-09DC9EB0F6F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grpSp>
        <p:nvGrpSpPr>
          <p:cNvPr id="7" name="Group 1">
            <a:extLst>
              <a:ext uri="{FF2B5EF4-FFF2-40B4-BE49-F238E27FC236}">
                <a16:creationId xmlns:a16="http://schemas.microsoft.com/office/drawing/2014/main" id="{20F7107B-18FD-F91E-8D14-A84BFFD7DDB4}"/>
              </a:ext>
            </a:extLst>
          </p:cNvPr>
          <p:cNvGrpSpPr>
            <a:grpSpLocks noChangeAspect="1"/>
          </p:cNvGrpSpPr>
          <p:nvPr/>
        </p:nvGrpSpPr>
        <p:grpSpPr>
          <a:xfrm>
            <a:off x="458955" y="344137"/>
            <a:ext cx="1819109" cy="345828"/>
            <a:chOff x="398463" y="404813"/>
            <a:chExt cx="1627187" cy="307976"/>
          </a:xfrm>
          <a:solidFill>
            <a:schemeClr val="tx1"/>
          </a:solidFill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94306471-D510-4E5E-4ABE-1C0F4C119D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5CB56EA4-0272-4EAA-3002-3C9F553554B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5FEFC1D3-28A6-2744-F88B-0C3678BFC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3D93CD6-0DA0-0C46-5B8C-B5AE56FCF7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A07DB94D-AB8D-69C4-B55A-5F9A56617C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6EC929BB-5806-79B6-F5AE-C160A92C7E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746A4736-E04E-2622-83C4-02933A591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FD2D7BCF-1014-19E2-3DA7-FC5D80EC32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3E626DBB-F045-C19B-1A38-62CC3BEA34F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A770BEF9-3E47-530E-9D2D-798EF73695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9375425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7A5F1E13-4418-598B-C074-12679788BEC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A961EAC-1FA5-0FDD-A3C9-C201168F760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 baseline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676FE64C-1B0D-9ED0-06EE-18AB27B1B81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1E28A867-BA16-A6CF-14E0-CF10C9150E7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날짜 개체 틀 4">
            <a:extLst>
              <a:ext uri="{FF2B5EF4-FFF2-40B4-BE49-F238E27FC236}">
                <a16:creationId xmlns:a16="http://schemas.microsoft.com/office/drawing/2014/main" id="{8B977873-415D-0B6C-4E94-C972C82902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0" name="바닥글 개체 틀 5">
            <a:extLst>
              <a:ext uri="{FF2B5EF4-FFF2-40B4-BE49-F238E27FC236}">
                <a16:creationId xmlns:a16="http://schemas.microsoft.com/office/drawing/2014/main" id="{3275D537-1368-B5C7-64A3-15F48B280FE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1" name="슬라이드 번호 개체 틀 6">
            <a:extLst>
              <a:ext uri="{FF2B5EF4-FFF2-40B4-BE49-F238E27FC236}">
                <a16:creationId xmlns:a16="http://schemas.microsoft.com/office/drawing/2014/main" id="{199221C8-DE6B-967C-3805-025D3763196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27475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FB05972C-4EB5-02E5-D3B3-796AF5ABC9A4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106785755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B05972C-4EB5-02E5-D3B3-796AF5ABC9A4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7">
            <a:extLst>
              <a:ext uri="{FF2B5EF4-FFF2-40B4-BE49-F238E27FC236}">
                <a16:creationId xmlns:a16="http://schemas.microsoft.com/office/drawing/2014/main" id="{DD6240FD-6CE9-5B73-7D7B-7F60C832531D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D61B36F7-4D66-A541-48A9-D4104A28F22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458DE312-1DB6-6A86-31A5-4DD91F4D295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23382D65-E8F1-2720-A9FC-26DCBA106D12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날짜 개체 틀 4">
            <a:extLst>
              <a:ext uri="{FF2B5EF4-FFF2-40B4-BE49-F238E27FC236}">
                <a16:creationId xmlns:a16="http://schemas.microsoft.com/office/drawing/2014/main" id="{2C0A22D9-44AD-3D03-AADA-03B6A359F9B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C8132120-627F-0306-7E91-8AB8293037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A9B8FB14-6C10-7C07-CF15-4146EB32AB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3284637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hink-cell data - do not delete" hidden="1">
            <a:extLst>
              <a:ext uri="{FF2B5EF4-FFF2-40B4-BE49-F238E27FC236}">
                <a16:creationId xmlns:a16="http://schemas.microsoft.com/office/drawing/2014/main" id="{CF85DDA7-785E-780B-BC9A-4216E2C1F393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81847655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3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CF85DDA7-785E-780B-BC9A-4216E2C1F39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19198A8-E422-E08B-1999-D575365416BF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BEF1922E-2FD5-F621-B45A-34CE8802F80E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8" name="날짜 개체 틀 4">
            <a:extLst>
              <a:ext uri="{FF2B5EF4-FFF2-40B4-BE49-F238E27FC236}">
                <a16:creationId xmlns:a16="http://schemas.microsoft.com/office/drawing/2014/main" id="{E8179AE6-8475-0593-9013-97C31CF50E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2" name="바닥글 개체 틀 5">
            <a:extLst>
              <a:ext uri="{FF2B5EF4-FFF2-40B4-BE49-F238E27FC236}">
                <a16:creationId xmlns:a16="http://schemas.microsoft.com/office/drawing/2014/main" id="{6F938C0C-6CB2-91B5-2695-53A07D49B68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3" name="슬라이드 번호 개체 틀 6">
            <a:extLst>
              <a:ext uri="{FF2B5EF4-FFF2-40B4-BE49-F238E27FC236}">
                <a16:creationId xmlns:a16="http://schemas.microsoft.com/office/drawing/2014/main" id="{18611D70-8CAB-2E0E-6062-5DCD18BFDE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565933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hink-cell data - do not delete" hidden="1">
            <a:extLst>
              <a:ext uri="{FF2B5EF4-FFF2-40B4-BE49-F238E27FC236}">
                <a16:creationId xmlns:a16="http://schemas.microsoft.com/office/drawing/2014/main" id="{54AD4D43-3315-8098-AB60-0D1E2B6691F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87035646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5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54AD4D43-3315-8098-AB60-0D1E2B6691F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8966"/>
            <a:ext cx="5486400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5" name="Content Placeholder 3"/>
          <p:cNvSpPr>
            <a:spLocks noGrp="1"/>
          </p:cNvSpPr>
          <p:nvPr>
            <p:ph sz="quarter" idx="20" hasCustomPrompt="1"/>
          </p:nvPr>
        </p:nvSpPr>
        <p:spPr>
          <a:xfrm>
            <a:off x="6250845" y="1678966"/>
            <a:ext cx="549554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FB8886-D787-57CC-4B10-F09532715B75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FD6F8B2B-EBB5-CB17-4C07-237EAA5302C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0" name="Text Placeholder 7">
            <a:extLst>
              <a:ext uri="{FF2B5EF4-FFF2-40B4-BE49-F238E27FC236}">
                <a16:creationId xmlns:a16="http://schemas.microsoft.com/office/drawing/2014/main" id="{6C13D045-AC7E-62E1-6E54-7989A193186E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96F43D0A-2D16-64CD-966C-B8C8E91F533B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7" name="날짜 개체 틀 4">
            <a:extLst>
              <a:ext uri="{FF2B5EF4-FFF2-40B4-BE49-F238E27FC236}">
                <a16:creationId xmlns:a16="http://schemas.microsoft.com/office/drawing/2014/main" id="{08B5EEFB-A201-44E4-B797-B726F4239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C646FA20-ADBC-27CC-6FB3-82FEE974D6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E1AC3D4C-A881-A39A-6FF5-F852682FF82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941438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EA63C211-FBF0-0771-BE99-47E7028BD228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7599742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EA63C211-FBF0-0771-BE99-47E7028BD228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CF857E55-4828-A256-F67F-37E4E75E2297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268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9495ED2B-E3BF-3456-BD7E-366BCEB6195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88160" y="1680432"/>
            <a:ext cx="3549904" cy="4681728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1pPr>
            <a:lvl2pPr marL="180975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2pPr>
            <a:lvl3pPr marL="365760" indent="-179388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4pPr>
            <a:lvl5pPr marL="731520" indent="-180975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7ABC34C-6400-5284-175F-DCBC0FF4C458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925E4855-50D5-167C-20FC-36634EF2A76F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9" name="Text Placeholder 7">
            <a:extLst>
              <a:ext uri="{FF2B5EF4-FFF2-40B4-BE49-F238E27FC236}">
                <a16:creationId xmlns:a16="http://schemas.microsoft.com/office/drawing/2014/main" id="{55FBAF71-9ABA-E5E3-92E4-D3B880CF48A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Rectangle 2">
            <a:extLst>
              <a:ext uri="{FF2B5EF4-FFF2-40B4-BE49-F238E27FC236}">
                <a16:creationId xmlns:a16="http://schemas.microsoft.com/office/drawing/2014/main" id="{B947F5D1-4369-E803-AAB5-939B31C9317E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2" name="날짜 개체 틀 4">
            <a:extLst>
              <a:ext uri="{FF2B5EF4-FFF2-40B4-BE49-F238E27FC236}">
                <a16:creationId xmlns:a16="http://schemas.microsoft.com/office/drawing/2014/main" id="{C722108F-7689-F60D-797D-0B478DE9D76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3" name="바닥글 개체 틀 5">
            <a:extLst>
              <a:ext uri="{FF2B5EF4-FFF2-40B4-BE49-F238E27FC236}">
                <a16:creationId xmlns:a16="http://schemas.microsoft.com/office/drawing/2014/main" id="{9A73653A-0518-6CB5-8B6E-0FEE49EFBF5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4" name="슬라이드 번호 개체 틀 6">
            <a:extLst>
              <a:ext uri="{FF2B5EF4-FFF2-40B4-BE49-F238E27FC236}">
                <a16:creationId xmlns:a16="http://schemas.microsoft.com/office/drawing/2014/main" id="{783440B7-5284-C566-C416-74E886F55FD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8223298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Light Gray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7338C8E8-5CC7-2DA0-0253-B90F98C6FD31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46471799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7338C8E8-5CC7-2DA0-0253-B90F98C6FD31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DD670E7F-2D5F-E74D-FF59-5BD6C5BC34F1}"/>
              </a:ext>
            </a:extLst>
          </p:cNvPr>
          <p:cNvSpPr/>
          <p:nvPr/>
        </p:nvSpPr>
        <p:spPr>
          <a:xfrm>
            <a:off x="6245352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CD4E13F-35DC-E442-82C0-9B5EE61D2906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20" name="Picture Placeholder 11">
            <a:extLst>
              <a:ext uri="{FF2B5EF4-FFF2-40B4-BE49-F238E27FC236}">
                <a16:creationId xmlns:a16="http://schemas.microsoft.com/office/drawing/2014/main" id="{32DA993B-B409-E5C0-E8A1-3920C08FA402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 altLang="ko-KR"/>
              <a:t>Click icon to add picture</a:t>
            </a:r>
            <a:endParaRPr lang="en-GB"/>
          </a:p>
        </p:txBody>
      </p:sp>
      <p:sp>
        <p:nvSpPr>
          <p:cNvPr id="21" name="Picture Placeholder 11">
            <a:extLst>
              <a:ext uri="{FF2B5EF4-FFF2-40B4-BE49-F238E27FC236}">
                <a16:creationId xmlns:a16="http://schemas.microsoft.com/office/drawing/2014/main" id="{9EA35630-FAAB-0992-9BD2-E2CF77317F5E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58285" y="1883664"/>
            <a:ext cx="1476000" cy="1476000"/>
          </a:xfrm>
        </p:spPr>
        <p:txBody>
          <a:bodyPr>
            <a:normAutofit/>
          </a:bodyPr>
          <a:lstStyle>
            <a:lvl1pPr algn="ctr">
              <a:spcBef>
                <a:spcPts val="200"/>
              </a:spcBef>
              <a:spcAft>
                <a:spcPts val="200"/>
              </a:spcAft>
              <a:defRPr sz="1200" b="0"/>
            </a:lvl1pPr>
          </a:lstStyle>
          <a:p>
            <a:r>
              <a:rPr lang="en-US" altLang="ko-KR"/>
              <a:t>Click icon to add picture</a:t>
            </a:r>
            <a:endParaRPr lang="en-GB"/>
          </a:p>
        </p:txBody>
      </p:sp>
      <p:sp>
        <p:nvSpPr>
          <p:cNvPr id="4" name="Text Placeholder 12">
            <a:extLst>
              <a:ext uri="{FF2B5EF4-FFF2-40B4-BE49-F238E27FC236}">
                <a16:creationId xmlns:a16="http://schemas.microsoft.com/office/drawing/2014/main" id="{4A6BC76D-8B27-508E-2FA1-4B668FF32EE7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2pPr>
            <a:lvl3pPr marL="365760">
              <a:defRPr lang="en-US" sz="1100" noProof="0" dirty="0">
                <a:latin typeface="+mn-lt"/>
                <a:ea typeface="+mn-ea"/>
              </a:defRPr>
            </a:lvl3pPr>
            <a:lvl4pPr marL="548640" indent="-182880">
              <a:defRPr lang="en-US" sz="1100" noProof="0" dirty="0">
                <a:latin typeface="+mn-lt"/>
                <a:ea typeface="+mn-ea"/>
              </a:defRPr>
            </a:lvl4pPr>
            <a:lvl5pPr marL="731520"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5" name="Text Placeholder 12">
            <a:extLst>
              <a:ext uri="{FF2B5EF4-FFF2-40B4-BE49-F238E27FC236}">
                <a16:creationId xmlns:a16="http://schemas.microsoft.com/office/drawing/2014/main" id="{9C91076D-2B86-9AF3-18AC-3BF3B094050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245352" y="3498336"/>
            <a:ext cx="5495544" cy="1944000"/>
          </a:xfr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 lang="en-US" sz="1100" noProof="0" dirty="0">
                <a:latin typeface="+mn-lt"/>
                <a:ea typeface="+mn-ea"/>
              </a:defRPr>
            </a:lvl2pPr>
            <a:lvl3pPr marL="365760">
              <a:defRPr lang="en-US" sz="1100" noProof="0" dirty="0">
                <a:latin typeface="+mn-lt"/>
                <a:ea typeface="+mn-ea"/>
              </a:defRPr>
            </a:lvl3pPr>
            <a:lvl4pPr marL="548640" indent="-182880">
              <a:defRPr lang="en-US" sz="1100" noProof="0" dirty="0">
                <a:latin typeface="+mn-lt"/>
                <a:ea typeface="+mn-ea"/>
              </a:defRPr>
            </a:lvl4pPr>
            <a:lvl5pPr marL="731520"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</p:txBody>
      </p:sp>
      <p:sp>
        <p:nvSpPr>
          <p:cNvPr id="6" name="Text Placeholder 17">
            <a:extLst>
              <a:ext uri="{FF2B5EF4-FFF2-40B4-BE49-F238E27FC236}">
                <a16:creationId xmlns:a16="http://schemas.microsoft.com/office/drawing/2014/main" id="{189A445A-42B3-EBFA-8922-62959EFA0423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dirty="0">
                <a:latin typeface="+mn-lt"/>
                <a:ea typeface="+mn-ea"/>
              </a:defRPr>
            </a:lvl1pPr>
            <a:lvl2pPr>
              <a:defRPr lang="en-US" sz="1100" noProof="0" dirty="0">
                <a:latin typeface="+mn-lt"/>
                <a:ea typeface="+mn-ea"/>
              </a:defRPr>
            </a:lvl2pPr>
            <a:lvl3pPr>
              <a:defRPr lang="en-US" sz="1100" noProof="0" dirty="0">
                <a:latin typeface="+mn-lt"/>
                <a:ea typeface="+mn-ea"/>
              </a:defRPr>
            </a:lvl3pPr>
            <a:lvl4pPr>
              <a:defRPr lang="en-US" sz="1100" noProof="0" dirty="0">
                <a:latin typeface="+mn-lt"/>
                <a:ea typeface="+mn-ea"/>
              </a:defRPr>
            </a:lvl4pPr>
            <a:lvl5pPr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8" name="Text Placeholder 17">
            <a:extLst>
              <a:ext uri="{FF2B5EF4-FFF2-40B4-BE49-F238E27FC236}">
                <a16:creationId xmlns:a16="http://schemas.microsoft.com/office/drawing/2014/main" id="{9AF1B057-ABA1-7B5A-87C8-FD35492C6CB7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45352" y="1876425"/>
            <a:ext cx="3922713" cy="1482725"/>
          </a:xfrm>
        </p:spPr>
        <p:txBody>
          <a:bodyPr vert="horz" lIns="0" tIns="0" rIns="0" bIns="0" rtlCol="0">
            <a:noAutofit/>
          </a:bodyPr>
          <a:lstStyle>
            <a:lvl1pPr>
              <a:defRPr lang="en-US" sz="1100" dirty="0">
                <a:latin typeface="+mn-lt"/>
                <a:ea typeface="+mn-ea"/>
              </a:defRPr>
            </a:lvl1pPr>
            <a:lvl2pPr>
              <a:defRPr lang="en-US" sz="1100" noProof="0" dirty="0">
                <a:latin typeface="+mn-lt"/>
                <a:ea typeface="+mn-ea"/>
              </a:defRPr>
            </a:lvl2pPr>
            <a:lvl3pPr>
              <a:defRPr lang="en-US" sz="1100" noProof="0" dirty="0">
                <a:latin typeface="+mn-lt"/>
                <a:ea typeface="+mn-ea"/>
              </a:defRPr>
            </a:lvl3pPr>
            <a:lvl4pPr>
              <a:defRPr lang="en-US" sz="1100" noProof="0" dirty="0">
                <a:latin typeface="+mn-lt"/>
                <a:ea typeface="+mn-ea"/>
              </a:defRPr>
            </a:lvl4pPr>
            <a:lvl5pPr>
              <a:defRPr lang="en-US" sz="1100" noProof="0" dirty="0"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lvl="0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5713351-1050-58DB-B581-362137AA9D6A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3461D73-65A9-1349-DCD3-96DBD604FF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800" baseline="0" dirty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2306E346-2203-9121-093F-71FADAF07AD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4" name="Rectangle 1">
            <a:extLst>
              <a:ext uri="{FF2B5EF4-FFF2-40B4-BE49-F238E27FC236}">
                <a16:creationId xmlns:a16="http://schemas.microsoft.com/office/drawing/2014/main" id="{BC5F4446-AAA5-FEF5-7DD8-725F1950D001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15" name="날짜 개체 틀 4">
            <a:extLst>
              <a:ext uri="{FF2B5EF4-FFF2-40B4-BE49-F238E27FC236}">
                <a16:creationId xmlns:a16="http://schemas.microsoft.com/office/drawing/2014/main" id="{575DB6BF-05F8-8620-7C57-FCF8A679786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6" name="바닥글 개체 틀 5">
            <a:extLst>
              <a:ext uri="{FF2B5EF4-FFF2-40B4-BE49-F238E27FC236}">
                <a16:creationId xmlns:a16="http://schemas.microsoft.com/office/drawing/2014/main" id="{E933F62C-31BE-AD57-742B-0E7DEE8CC3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8" name="슬라이드 번호 개체 틀 6">
            <a:extLst>
              <a:ext uri="{FF2B5EF4-FFF2-40B4-BE49-F238E27FC236}">
                <a16:creationId xmlns:a16="http://schemas.microsoft.com/office/drawing/2014/main" id="{4F7B0651-5370-9064-4A37-1DFAABB2AC7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7519172"/>
      </p:ext>
    </p:extLst>
  </p:cSld>
  <p:clrMapOvr>
    <a:masterClrMapping/>
  </p:clrMapOvr>
  <p:transition>
    <p:fade/>
  </p:transition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, subtitle, 1 column - Pale Green">
    <p:bg>
      <p:bgPr>
        <a:solidFill>
          <a:schemeClr val="accent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7A91D16B-BB64-A40E-E0AF-EBC7EE7F2F0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82496"/>
            <a:ext cx="11274552" cy="4680204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latin typeface="+mn-lt"/>
                <a:ea typeface="+mn-ea"/>
              </a:defRPr>
            </a:lvl5pPr>
          </a:lstStyle>
          <a:p>
            <a:pPr lvl="0"/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72CE27D6-13F3-7804-83B8-3812226E3D11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7200" y="608466"/>
            <a:ext cx="11277600" cy="398072"/>
          </a:xfrm>
        </p:spPr>
        <p:txBody>
          <a:bodyPr tIns="0" bIns="0">
            <a:noAutofit/>
          </a:bodyPr>
          <a:lstStyle>
            <a:lvl1pPr marL="0" indent="0">
              <a:buNone/>
              <a:defRPr sz="2800" baseline="0"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title</a:t>
            </a:r>
          </a:p>
        </p:txBody>
      </p:sp>
      <p:sp>
        <p:nvSpPr>
          <p:cNvPr id="11" name="Text Placeholder 7">
            <a:extLst>
              <a:ext uri="{FF2B5EF4-FFF2-40B4-BE49-F238E27FC236}">
                <a16:creationId xmlns:a16="http://schemas.microsoft.com/office/drawing/2014/main" id="{9B822AB7-E232-4B55-B95C-CA9751788E58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44856"/>
            <a:ext cx="11277600" cy="263609"/>
          </a:xfrm>
        </p:spPr>
        <p:txBody>
          <a:bodyPr lIns="0" anchor="ctr">
            <a:noAutofit/>
          </a:bodyPr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900" b="1" cap="all" spc="300" baseline="0">
                <a:latin typeface="+mj-lt"/>
              </a:defRPr>
            </a:lvl1pPr>
            <a:lvl2pPr marL="457200" indent="0">
              <a:buNone/>
              <a:defRPr sz="900" b="1"/>
            </a:lvl2pPr>
            <a:lvl3pPr marL="914400" indent="0">
              <a:buNone/>
              <a:defRPr sz="900" b="1"/>
            </a:lvl3pPr>
            <a:lvl4pPr marL="1371600" indent="0">
              <a:buNone/>
              <a:defRPr sz="900" b="1"/>
            </a:lvl4pPr>
            <a:lvl5pPr marL="1828800" indent="0">
              <a:buNone/>
              <a:defRPr sz="900" b="1"/>
            </a:lvl5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to add subtitle</a:t>
            </a:r>
            <a:endParaRPr kumimoji="0" lang="en-US" sz="900" b="1" i="0" u="none" strike="noStrike" kern="1200" cap="none" spc="300" normalizeH="0" baseline="0" noProof="0">
              <a:ln>
                <a:noFill/>
              </a:ln>
              <a:effectLst/>
              <a:uLnTx/>
              <a:uFillTx/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F98E4A-3C3F-467B-D987-D07B2DB9C93B}"/>
              </a:ext>
            </a:extLst>
          </p:cNvPr>
          <p:cNvSpPr/>
          <p:nvPr/>
        </p:nvSpPr>
        <p:spPr bwMode="gray">
          <a:xfrm flipH="1">
            <a:off x="330058" y="345569"/>
            <a:ext cx="45719" cy="660969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>
            <a:noAutofit/>
          </a:bodyPr>
          <a:lstStyle/>
          <a:p>
            <a:pPr lvl="0" algn="ctr"/>
            <a:endParaRPr lang="en-US" noProof="0">
              <a:solidFill>
                <a:schemeClr val="tx1"/>
              </a:solidFill>
            </a:endParaRPr>
          </a:p>
        </p:txBody>
      </p:sp>
      <p:sp>
        <p:nvSpPr>
          <p:cNvPr id="3" name="날짜 개체 틀 4">
            <a:extLst>
              <a:ext uri="{FF2B5EF4-FFF2-40B4-BE49-F238E27FC236}">
                <a16:creationId xmlns:a16="http://schemas.microsoft.com/office/drawing/2014/main" id="{A4C4D823-BCDA-6C67-997F-A8188190D9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336BC456-1B2C-95FA-7987-BA8676524B2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C96E711C-9093-B567-3C7F-09389704662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8436159"/>
      </p:ext>
    </p:extLst>
  </p:cSld>
  <p:clrMapOvr>
    <a:masterClrMapping/>
  </p:clrMapOvr>
  <p:transition>
    <p:fade/>
  </p:transition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341A6448-2CDA-7D6D-F1A0-347696B21B5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6" name="날짜 개체 틀 4">
            <a:extLst>
              <a:ext uri="{FF2B5EF4-FFF2-40B4-BE49-F238E27FC236}">
                <a16:creationId xmlns:a16="http://schemas.microsoft.com/office/drawing/2014/main" id="{DDB8633A-ACE4-C251-1AEA-404271D8B68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7" name="바닥글 개체 틀 5">
            <a:extLst>
              <a:ext uri="{FF2B5EF4-FFF2-40B4-BE49-F238E27FC236}">
                <a16:creationId xmlns:a16="http://schemas.microsoft.com/office/drawing/2014/main" id="{CCA06CDA-F7FA-473B-8AAA-26A20B45484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8" name="슬라이드 번호 개체 틀 6">
            <a:extLst>
              <a:ext uri="{FF2B5EF4-FFF2-40B4-BE49-F238E27FC236}">
                <a16:creationId xmlns:a16="http://schemas.microsoft.com/office/drawing/2014/main" id="{A46230C9-4D02-9BEE-8F3C-3F712BD113C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508988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 - Black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Placeholder 1">
            <a:extLst>
              <a:ext uri="{FF2B5EF4-FFF2-40B4-BE49-F238E27FC236}">
                <a16:creationId xmlns:a16="http://schemas.microsoft.com/office/drawing/2014/main" id="{53E8942A-B484-29A8-C101-63496BEA57F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/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7" name="Text Placeholder 8">
            <a:extLst>
              <a:ext uri="{FF2B5EF4-FFF2-40B4-BE49-F238E27FC236}">
                <a16:creationId xmlns:a16="http://schemas.microsoft.com/office/drawing/2014/main" id="{1ADE40E2-B152-6E3F-22CB-F22C9F9D73B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rgbClr val="ADADAD"/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Click to add subtitle</a:t>
            </a:r>
          </a:p>
        </p:txBody>
      </p:sp>
      <p:sp>
        <p:nvSpPr>
          <p:cNvPr id="2" name="날짜 개체 틀 4">
            <a:extLst>
              <a:ext uri="{FF2B5EF4-FFF2-40B4-BE49-F238E27FC236}">
                <a16:creationId xmlns:a16="http://schemas.microsoft.com/office/drawing/2014/main" id="{C1CA2467-5999-4558-29B1-DB1AF5023BC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9960F095-E332-800C-B895-14659B858B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92562741-CC09-26BB-0709-37265665E7C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89029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1 column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9C36FB10-1EF5-A9A4-577D-A18DA4D12077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87932361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9C36FB10-1EF5-A9A4-577D-A18DA4D1207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FB46B341-3430-2348-6D11-485200BFA997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57200" y="1677579"/>
            <a:ext cx="11274552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2pPr>
            <a:lvl3pPr marL="36576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>
              <a:spcBef>
                <a:spcPts val="200"/>
              </a:spcBef>
              <a:spcAft>
                <a:spcPts val="200"/>
              </a:spcAft>
              <a:defRPr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L="0" marR="0" lvl="0" indent="0" algn="l" defTabSz="685800" rtl="0" eaLnBrk="1" fontAlgn="auto" latinLnBrk="0" hangingPunct="1">
              <a:lnSpc>
                <a:spcPct val="100000"/>
              </a:lnSpc>
              <a:spcBef>
                <a:spcPts val="200"/>
              </a:spcBef>
              <a:spcAft>
                <a:spcPts val="200"/>
              </a:spcAft>
              <a:buClrTx/>
              <a:buSzPct val="100000"/>
              <a:buFontTx/>
              <a:buNone/>
              <a:tabLst>
                <a:tab pos="3771900" algn="r"/>
              </a:tabLst>
              <a:defRPr/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6" name="Title Placeholder 1">
            <a:extLst>
              <a:ext uri="{FF2B5EF4-FFF2-40B4-BE49-F238E27FC236}">
                <a16:creationId xmlns:a16="http://schemas.microsoft.com/office/drawing/2014/main" id="{F99282DB-7705-38D1-75C5-92BD76D918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5" name="Text Placeholder 8">
            <a:extLst>
              <a:ext uri="{FF2B5EF4-FFF2-40B4-BE49-F238E27FC236}">
                <a16:creationId xmlns:a16="http://schemas.microsoft.com/office/drawing/2014/main" id="{56BE0844-BEA1-2DB2-DCC8-C04B1354474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 dirty="0"/>
              <a:t>Click to add subtitle</a:t>
            </a:r>
          </a:p>
        </p:txBody>
      </p:sp>
      <p:sp>
        <p:nvSpPr>
          <p:cNvPr id="6" name="날짜 개체 틀 4">
            <a:extLst>
              <a:ext uri="{FF2B5EF4-FFF2-40B4-BE49-F238E27FC236}">
                <a16:creationId xmlns:a16="http://schemas.microsoft.com/office/drawing/2014/main" id="{6120C9D8-33D6-74BF-5F62-182538948A7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C1FFD6B8-6633-B28B-8D94-49C64ADBA2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37332852-6211-C702-8E94-A85A6137113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9005872"/>
      </p:ext>
    </p:extLst>
  </p:cSld>
  <p:clrMapOvr>
    <a:masterClrMapping/>
  </p:clrMapOvr>
  <p:transition>
    <p:fad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2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think-cell data - do not delete" hidden="1">
            <a:extLst>
              <a:ext uri="{FF2B5EF4-FFF2-40B4-BE49-F238E27FC236}">
                <a16:creationId xmlns:a16="http://schemas.microsoft.com/office/drawing/2014/main" id="{05E6F299-A818-CA93-A927-F61A877DA27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5613879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7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05E6F299-A818-CA93-A927-F61A877DA27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Content Placeholder 3"/>
          <p:cNvSpPr>
            <a:spLocks noGrp="1"/>
          </p:cNvSpPr>
          <p:nvPr>
            <p:ph sz="quarter" idx="10" hasCustomPrompt="1"/>
          </p:nvPr>
        </p:nvSpPr>
        <p:spPr>
          <a:xfrm>
            <a:off x="457200" y="1677579"/>
            <a:ext cx="549554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576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0" name="Title Placeholder 1">
            <a:extLst>
              <a:ext uri="{FF2B5EF4-FFF2-40B4-BE49-F238E27FC236}">
                <a16:creationId xmlns:a16="http://schemas.microsoft.com/office/drawing/2014/main" id="{8D6FEAFF-2B74-1B3D-168E-42A9A695E11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3" name="Content Placeholder 3">
            <a:extLst>
              <a:ext uri="{FF2B5EF4-FFF2-40B4-BE49-F238E27FC236}">
                <a16:creationId xmlns:a16="http://schemas.microsoft.com/office/drawing/2014/main" id="{45E59B36-2F4F-A0E8-D1A8-C198F28B171E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6249579" y="1677579"/>
            <a:ext cx="549554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674CFE4D-F3EC-A5AF-215F-EAFFF91B8B1C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8" name="날짜 개체 틀 4">
            <a:extLst>
              <a:ext uri="{FF2B5EF4-FFF2-40B4-BE49-F238E27FC236}">
                <a16:creationId xmlns:a16="http://schemas.microsoft.com/office/drawing/2014/main" id="{BFCAD1C7-7960-DC43-F9C8-071EA7F27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9" name="바닥글 개체 틀 5">
            <a:extLst>
              <a:ext uri="{FF2B5EF4-FFF2-40B4-BE49-F238E27FC236}">
                <a16:creationId xmlns:a16="http://schemas.microsoft.com/office/drawing/2014/main" id="{19AB24EB-B5A4-1143-79AF-EE08D42C83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1" name="슬라이드 번호 개체 틀 6">
            <a:extLst>
              <a:ext uri="{FF2B5EF4-FFF2-40B4-BE49-F238E27FC236}">
                <a16:creationId xmlns:a16="http://schemas.microsoft.com/office/drawing/2014/main" id="{6F23A051-7317-748B-C717-56DD6CD31DA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697166"/>
      </p:ext>
    </p:extLst>
  </p:cSld>
  <p:clrMapOvr>
    <a:masterClrMapping/>
  </p:clrMapOvr>
  <p:transition>
    <p:fad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, subtitle, 3 columns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think-cell data - do not delete" hidden="1">
            <a:extLst>
              <a:ext uri="{FF2B5EF4-FFF2-40B4-BE49-F238E27FC236}">
                <a16:creationId xmlns:a16="http://schemas.microsoft.com/office/drawing/2014/main" id="{D82120E2-D6C2-D764-40A5-E97D481216B5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35229646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8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D82120E2-D6C2-D764-40A5-E97D481216B5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3" name="Content Placeholder 3">
            <a:extLst>
              <a:ext uri="{FF2B5EF4-FFF2-40B4-BE49-F238E27FC236}">
                <a16:creationId xmlns:a16="http://schemas.microsoft.com/office/drawing/2014/main" id="{BFED540D-3BF1-4047-9D69-9C3EB9B94551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1682496"/>
            <a:ext cx="354990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9" name="Title Placeholder 1">
            <a:extLst>
              <a:ext uri="{FF2B5EF4-FFF2-40B4-BE49-F238E27FC236}">
                <a16:creationId xmlns:a16="http://schemas.microsoft.com/office/drawing/2014/main" id="{7413E34D-A983-4D25-B3D7-D7643F6035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F0E9C8C-3361-2EBB-1420-4D27917305A8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4327048" y="1682496"/>
            <a:ext cx="354990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CD594323-BB1E-32C6-75D1-37D14037392C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8193024" y="1682496"/>
            <a:ext cx="3549904" cy="4681728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6" name="Text Placeholder 8">
            <a:extLst>
              <a:ext uri="{FF2B5EF4-FFF2-40B4-BE49-F238E27FC236}">
                <a16:creationId xmlns:a16="http://schemas.microsoft.com/office/drawing/2014/main" id="{AB7D3160-143F-1E27-76A3-304AF7D2CC1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  <p:sp>
        <p:nvSpPr>
          <p:cNvPr id="10" name="날짜 개체 틀 4">
            <a:extLst>
              <a:ext uri="{FF2B5EF4-FFF2-40B4-BE49-F238E27FC236}">
                <a16:creationId xmlns:a16="http://schemas.microsoft.com/office/drawing/2014/main" id="{6A273123-9E71-E673-16EC-1CCABB7BA3C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11" name="바닥글 개체 틀 5">
            <a:extLst>
              <a:ext uri="{FF2B5EF4-FFF2-40B4-BE49-F238E27FC236}">
                <a16:creationId xmlns:a16="http://schemas.microsoft.com/office/drawing/2014/main" id="{250413D5-D898-5C74-559E-50405B7E2B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12" name="슬라이드 번호 개체 틀 6">
            <a:extLst>
              <a:ext uri="{FF2B5EF4-FFF2-40B4-BE49-F238E27FC236}">
                <a16:creationId xmlns:a16="http://schemas.microsoft.com/office/drawing/2014/main" id="{330FFBFE-7209-6D64-19CE-72D27B19EF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2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968269"/>
      </p:ext>
    </p:extLst>
  </p:cSld>
  <p:clrMapOvr>
    <a:masterClrMapping/>
  </p:clrMapOvr>
  <p:transition>
    <p:fad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alifications 2 x 1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hink-cell data - do not delete" hidden="1">
            <a:extLst>
              <a:ext uri="{FF2B5EF4-FFF2-40B4-BE49-F238E27FC236}">
                <a16:creationId xmlns:a16="http://schemas.microsoft.com/office/drawing/2014/main" id="{A7C7A401-E3C4-4448-BB60-24DC9B089C72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21023399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25" imgH="425" progId="TCLayout.ActiveDocument.1">
                  <p:embed/>
                </p:oleObj>
              </mc:Choice>
              <mc:Fallback>
                <p:oleObj name="think-cell Slide" r:id="rId3" imgW="425" imgH="425" progId="TCLayout.ActiveDocument.1">
                  <p:embed/>
                  <p:pic>
                    <p:nvPicPr>
                      <p:cNvPr id="10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A7C7A401-E3C4-4448-BB60-24DC9B089C7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Picture Placeholder 11">
            <a:extLst>
              <a:ext uri="{FF2B5EF4-FFF2-40B4-BE49-F238E27FC236}">
                <a16:creationId xmlns:a16="http://schemas.microsoft.com/office/drawing/2014/main" id="{DFBE7610-ECB4-CA89-5B4C-9B0C6E8A5706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4476744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altLang="ko-KR"/>
              <a:t>Click icon to add picture</a:t>
            </a:r>
            <a:endParaRPr lang="en-GB"/>
          </a:p>
        </p:txBody>
      </p:sp>
      <p:sp>
        <p:nvSpPr>
          <p:cNvPr id="18" name="Picture Placeholder 11">
            <a:extLst>
              <a:ext uri="{FF2B5EF4-FFF2-40B4-BE49-F238E27FC236}">
                <a16:creationId xmlns:a16="http://schemas.microsoft.com/office/drawing/2014/main" id="{6E7011BF-A32B-4689-4585-D2226C8A39D9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10278000" y="1883664"/>
            <a:ext cx="1476000" cy="1476000"/>
          </a:xfrm>
        </p:spPr>
        <p:txBody>
          <a:bodyPr>
            <a:normAutofit/>
          </a:bodyPr>
          <a:lstStyle>
            <a:lvl1pPr algn="ctr">
              <a:defRPr sz="1200"/>
            </a:lvl1pPr>
          </a:lstStyle>
          <a:p>
            <a:r>
              <a:rPr lang="en-US" altLang="ko-KR"/>
              <a:t>Click icon to add picture</a:t>
            </a:r>
            <a:endParaRPr lang="en-GB"/>
          </a:p>
        </p:txBody>
      </p:sp>
      <p:sp>
        <p:nvSpPr>
          <p:cNvPr id="9" name="Content Placeholder 3">
            <a:extLst>
              <a:ext uri="{FF2B5EF4-FFF2-40B4-BE49-F238E27FC236}">
                <a16:creationId xmlns:a16="http://schemas.microsoft.com/office/drawing/2014/main" id="{DBEB426A-016F-1B65-1168-FF2235F36C2A}"/>
              </a:ext>
            </a:extLst>
          </p:cNvPr>
          <p:cNvSpPr>
            <a:spLocks noGrp="1"/>
          </p:cNvSpPr>
          <p:nvPr>
            <p:ph sz="quarter" idx="10" hasCustomPrompt="1"/>
          </p:nvPr>
        </p:nvSpPr>
        <p:spPr>
          <a:xfrm>
            <a:off x="457200" y="3491918"/>
            <a:ext cx="5495544" cy="2880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12" name="Title Placeholder 1">
            <a:extLst>
              <a:ext uri="{FF2B5EF4-FFF2-40B4-BE49-F238E27FC236}">
                <a16:creationId xmlns:a16="http://schemas.microsoft.com/office/drawing/2014/main" id="{843CBCEE-6AB3-6F31-A1DF-F3F88E17572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45992"/>
            <a:ext cx="11274552" cy="342000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>
              <a:spcBef>
                <a:spcPts val="0"/>
              </a:spcBef>
              <a:spcAft>
                <a:spcPts val="0"/>
              </a:spcAft>
              <a:defRPr lang="en-US" dirty="0">
                <a:solidFill>
                  <a:schemeClr val="bg1"/>
                </a:solidFill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title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16E79773-3B23-90E9-4D48-A5FDB54800E7}"/>
              </a:ext>
            </a:extLst>
          </p:cNvPr>
          <p:cNvSpPr/>
          <p:nvPr/>
        </p:nvSpPr>
        <p:spPr>
          <a:xfrm>
            <a:off x="6245352" y="1677307"/>
            <a:ext cx="5508000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B2B04A7-88BB-C053-00D5-6E084E746EAB}"/>
              </a:ext>
            </a:extLst>
          </p:cNvPr>
          <p:cNvSpPr/>
          <p:nvPr/>
        </p:nvSpPr>
        <p:spPr>
          <a:xfrm>
            <a:off x="457200" y="1677307"/>
            <a:ext cx="5495544" cy="609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endParaRPr lang="en-US" sz="1100" noProof="0">
              <a:solidFill>
                <a:schemeClr val="bg1"/>
              </a:solidFill>
            </a:endParaRPr>
          </a:p>
        </p:txBody>
      </p:sp>
      <p:sp>
        <p:nvSpPr>
          <p:cNvPr id="5" name="Content Placeholder 3">
            <a:extLst>
              <a:ext uri="{FF2B5EF4-FFF2-40B4-BE49-F238E27FC236}">
                <a16:creationId xmlns:a16="http://schemas.microsoft.com/office/drawing/2014/main" id="{746306D7-050B-5308-5E5B-4221EF4A7F66}"/>
              </a:ext>
            </a:extLst>
          </p:cNvPr>
          <p:cNvSpPr>
            <a:spLocks noGrp="1"/>
          </p:cNvSpPr>
          <p:nvPr>
            <p:ph sz="quarter" idx="30" hasCustomPrompt="1"/>
          </p:nvPr>
        </p:nvSpPr>
        <p:spPr>
          <a:xfrm>
            <a:off x="6245352" y="3491918"/>
            <a:ext cx="5495544" cy="2880000"/>
          </a:xfrm>
          <a:prstGeom prst="rect">
            <a:avLst/>
          </a:prstGeo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 marL="0" indent="0" algn="l">
              <a:spcBef>
                <a:spcPts val="200"/>
              </a:spcBef>
              <a:spcAft>
                <a:spcPts val="200"/>
              </a:spcAft>
              <a:buFontTx/>
              <a:buNone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1pPr>
            <a:lvl2pPr marL="18288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•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 marL="361950" indent="-18415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 marL="54864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◦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 marL="731520" indent="-182880" algn="l">
              <a:spcBef>
                <a:spcPts val="200"/>
              </a:spcBef>
              <a:spcAft>
                <a:spcPts val="200"/>
              </a:spcAft>
              <a:buClrTx/>
              <a:buSzPct val="100000"/>
              <a:buFont typeface="Arial" panose="020B0604020202020204" pitchFamily="34" charset="0"/>
              <a:buChar char="−"/>
              <a:tabLst>
                <a:tab pos="3771900" algn="r"/>
              </a:tabLst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</p:txBody>
      </p:sp>
      <p:sp>
        <p:nvSpPr>
          <p:cNvPr id="2" name="Text Placeholder 17">
            <a:extLst>
              <a:ext uri="{FF2B5EF4-FFF2-40B4-BE49-F238E27FC236}">
                <a16:creationId xmlns:a16="http://schemas.microsoft.com/office/drawing/2014/main" id="{6DE0135C-F9C3-EE2B-FE85-1B28EA0EBB82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457200" y="1876425"/>
            <a:ext cx="3922713" cy="1482725"/>
          </a:xfr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lang="en-US"/>
          </a:p>
        </p:txBody>
      </p:sp>
      <p:sp>
        <p:nvSpPr>
          <p:cNvPr id="3" name="Text Placeholder 17">
            <a:extLst>
              <a:ext uri="{FF2B5EF4-FFF2-40B4-BE49-F238E27FC236}">
                <a16:creationId xmlns:a16="http://schemas.microsoft.com/office/drawing/2014/main" id="{59E80491-83AB-C6B3-9191-54EDF5F4418A}"/>
              </a:ext>
            </a:extLst>
          </p:cNvPr>
          <p:cNvSpPr>
            <a:spLocks noGrp="1"/>
          </p:cNvSpPr>
          <p:nvPr>
            <p:ph type="body" sz="quarter" idx="4294967295" hasCustomPrompt="1"/>
          </p:nvPr>
        </p:nvSpPr>
        <p:spPr>
          <a:xfrm>
            <a:off x="6239258" y="1876425"/>
            <a:ext cx="3922713" cy="1482725"/>
          </a:xfrm>
          <a:solidFill>
            <a:schemeClr val="tx1"/>
          </a:solidFill>
        </p:spPr>
        <p:txBody>
          <a:bodyPr vert="horz" lIns="0" tIns="0" rIns="0" bIns="0" rtlCol="0">
            <a:noAutofit/>
          </a:bodyPr>
          <a:lstStyle>
            <a:lvl1pPr>
              <a:defRPr lang="en-US" dirty="0">
                <a:solidFill>
                  <a:schemeClr val="bg1"/>
                </a:solidFill>
                <a:latin typeface="+mn-lt"/>
                <a:ea typeface="+mn-ea"/>
              </a:defRPr>
            </a:lvl1pPr>
            <a:lvl2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2pPr>
            <a:lvl3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3pPr>
            <a:lvl4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4pPr>
            <a:lvl5pPr>
              <a:defRPr lang="en-US" noProof="0" dirty="0">
                <a:solidFill>
                  <a:schemeClr val="bg1"/>
                </a:solidFill>
                <a:latin typeface="+mn-lt"/>
                <a:ea typeface="+mn-ea"/>
              </a:defRPr>
            </a:lvl5pPr>
          </a:lstStyle>
          <a:p>
            <a:pPr marR="0" lvl="0" fontAlgn="auto">
              <a:buClrTx/>
              <a:tabLst>
                <a:tab pos="3771900" algn="r"/>
              </a:tabLst>
            </a:pPr>
            <a:r>
              <a:rPr lang="en-US" noProof="0"/>
              <a:t>Click to add text</a:t>
            </a:r>
          </a:p>
          <a:p>
            <a:pPr lvl="1"/>
            <a:r>
              <a:rPr lang="en-US" noProof="0"/>
              <a:t>Second level</a:t>
            </a:r>
          </a:p>
          <a:p>
            <a:pPr marL="365760" lvl="2"/>
            <a:r>
              <a:rPr lang="en-US" noProof="0"/>
              <a:t>Third level</a:t>
            </a:r>
          </a:p>
          <a:p>
            <a:pPr marL="548640" lvl="3" indent="-182880"/>
            <a:r>
              <a:rPr lang="en-US" noProof="0"/>
              <a:t>Fourth level</a:t>
            </a:r>
          </a:p>
          <a:p>
            <a:pPr marL="731520" lvl="4"/>
            <a:r>
              <a:rPr lang="en-US" noProof="0"/>
              <a:t>Fifth level</a:t>
            </a: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ptos" panose="020B0004020202020204" pitchFamily="34" charset="0"/>
              <a:ea typeface="+mn-ea"/>
              <a:cs typeface="Calibri Light" panose="020F0302020204030204" pitchFamily="34" charset="0"/>
            </a:endParaRPr>
          </a:p>
          <a:p>
            <a:pPr marR="0" lvl="0" fontAlgn="auto">
              <a:buClrTx/>
              <a:tabLst>
                <a:tab pos="3771900" algn="r"/>
              </a:tabLst>
            </a:pPr>
            <a:endParaRPr lang="en-US"/>
          </a:p>
        </p:txBody>
      </p:sp>
      <p:sp>
        <p:nvSpPr>
          <p:cNvPr id="4" name="날짜 개체 틀 4">
            <a:extLst>
              <a:ext uri="{FF2B5EF4-FFF2-40B4-BE49-F238E27FC236}">
                <a16:creationId xmlns:a16="http://schemas.microsoft.com/office/drawing/2014/main" id="{CBD8F888-A786-D50E-A9F1-4CC38952ECC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460093" y="6522085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l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bg1"/>
                </a:solidFill>
                <a:cs typeface="Calibri" panose="020F0502020204030204" pitchFamily="34" charset="0"/>
              </a:defRPr>
            </a:lvl1pPr>
          </a:lstStyle>
          <a:p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fr-FR" altLang="ko-KR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8EE7E90-AA10-9608-FBDD-C0309AC5A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5775325" y="6522085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>
                <a:solidFill>
                  <a:schemeClr val="bg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CC6A609-A526-7196-34F5-6B4508D0279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2085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bg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  <p:sp>
        <p:nvSpPr>
          <p:cNvPr id="8" name="Text Placeholder 8">
            <a:extLst>
              <a:ext uri="{FF2B5EF4-FFF2-40B4-BE49-F238E27FC236}">
                <a16:creationId xmlns:a16="http://schemas.microsoft.com/office/drawing/2014/main" id="{C2D4AF70-669B-D742-7B05-4403337C360A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722100"/>
            <a:ext cx="11274552" cy="757255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marL="0" indent="0">
              <a:spcBef>
                <a:spcPts val="0"/>
              </a:spcBef>
              <a:spcAft>
                <a:spcPts val="0"/>
              </a:spcAft>
              <a:buNone/>
              <a:defRPr lang="en-US" sz="1800" baseline="0" dirty="0">
                <a:solidFill>
                  <a:schemeClr val="bg2">
                    <a:lumMod val="75000"/>
                  </a:schemeClr>
                </a:solidFill>
                <a:latin typeface="+mj-lt"/>
                <a:ea typeface="+mj-ea"/>
              </a:defRPr>
            </a:lvl1pPr>
          </a:lstStyle>
          <a:p>
            <a:pPr lvl="0">
              <a:spcBef>
                <a:spcPts val="0"/>
              </a:spcBef>
              <a:spcAft>
                <a:spcPts val="0"/>
              </a:spcAft>
            </a:pPr>
            <a:r>
              <a:rPr lang="en-US"/>
              <a:t>Click to add subtitle</a:t>
            </a:r>
          </a:p>
        </p:txBody>
      </p:sp>
    </p:spTree>
    <p:extLst>
      <p:ext uri="{BB962C8B-B14F-4D97-AF65-F5344CB8AC3E}">
        <p14:creationId xmlns:p14="http://schemas.microsoft.com/office/powerpoint/2010/main" val="1578866192"/>
      </p:ext>
    </p:extLst>
  </p:cSld>
  <p:clrMapOvr>
    <a:masterClrMapping/>
  </p:clrMapOvr>
  <p:transition>
    <p:fad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End slide - Black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Placeholder 5"/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2847975"/>
            <a:ext cx="8528936" cy="3509773"/>
          </a:xfrm>
        </p:spPr>
        <p:txBody>
          <a:bodyPr anchor="b" anchorCtr="0">
            <a:noAutofit/>
          </a:bodyPr>
          <a:lstStyle>
            <a:lvl1pPr>
              <a:lnSpc>
                <a:spcPct val="100000"/>
              </a:lnSpc>
              <a:spcAft>
                <a:spcPts val="450"/>
              </a:spcAft>
              <a:defRPr sz="900" b="0" baseline="0">
                <a:solidFill>
                  <a:schemeClr val="bg1"/>
                </a:solidFill>
                <a:latin typeface="+mn-lt"/>
                <a:ea typeface="+mn-ea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4ADCC45-3C19-3948-0E04-7130E1BB7E8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8165AAD-CB29-40C9-DDB6-76BBE0FFB52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E1CCC8A-5DD0-023A-6188-A8473E76990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10694852" y="5391335"/>
            <a:ext cx="1198880" cy="1198880"/>
          </a:xfrm>
          <a:prstGeom prst="rect">
            <a:avLst/>
          </a:prstGeom>
        </p:spPr>
      </p:pic>
      <p:grpSp>
        <p:nvGrpSpPr>
          <p:cNvPr id="7" name="Group 1">
            <a:extLst>
              <a:ext uri="{FF2B5EF4-FFF2-40B4-BE49-F238E27FC236}">
                <a16:creationId xmlns:a16="http://schemas.microsoft.com/office/drawing/2014/main" id="{6A5BBB38-234B-66DD-3788-B842DBE664B7}"/>
              </a:ext>
            </a:extLst>
          </p:cNvPr>
          <p:cNvGrpSpPr/>
          <p:nvPr/>
        </p:nvGrpSpPr>
        <p:grpSpPr>
          <a:xfrm>
            <a:off x="463296" y="341312"/>
            <a:ext cx="1819656" cy="347472"/>
            <a:chOff x="398463" y="404813"/>
            <a:chExt cx="1627187" cy="307976"/>
          </a:xfrm>
          <a:solidFill>
            <a:schemeClr val="bg1"/>
          </a:solidFill>
        </p:grpSpPr>
        <p:sp>
          <p:nvSpPr>
            <p:cNvPr id="8" name="Oval 5">
              <a:extLst>
                <a:ext uri="{FF2B5EF4-FFF2-40B4-BE49-F238E27FC236}">
                  <a16:creationId xmlns:a16="http://schemas.microsoft.com/office/drawing/2014/main" id="{0C96B269-6B65-F454-F427-B41EB683D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938338" y="625476"/>
              <a:ext cx="87312" cy="87313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67250AE7-DE77-C97A-A9F0-FF50ACE3156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8463" y="406401"/>
              <a:ext cx="247650" cy="301625"/>
            </a:xfrm>
            <a:custGeom>
              <a:avLst/>
              <a:gdLst>
                <a:gd name="T0" fmla="*/ 287 w 287"/>
                <a:gd name="T1" fmla="*/ 166 h 347"/>
                <a:gd name="T2" fmla="*/ 240 w 287"/>
                <a:gd name="T3" fmla="*/ 300 h 347"/>
                <a:gd name="T4" fmla="*/ 109 w 287"/>
                <a:gd name="T5" fmla="*/ 347 h 347"/>
                <a:gd name="T6" fmla="*/ 0 w 287"/>
                <a:gd name="T7" fmla="*/ 347 h 347"/>
                <a:gd name="T8" fmla="*/ 0 w 287"/>
                <a:gd name="T9" fmla="*/ 0 h 347"/>
                <a:gd name="T10" fmla="*/ 117 w 287"/>
                <a:gd name="T11" fmla="*/ 0 h 347"/>
                <a:gd name="T12" fmla="*/ 243 w 287"/>
                <a:gd name="T13" fmla="*/ 43 h 347"/>
                <a:gd name="T14" fmla="*/ 287 w 287"/>
                <a:gd name="T15" fmla="*/ 166 h 347"/>
                <a:gd name="T16" fmla="*/ 192 w 287"/>
                <a:gd name="T17" fmla="*/ 170 h 347"/>
                <a:gd name="T18" fmla="*/ 174 w 287"/>
                <a:gd name="T19" fmla="*/ 99 h 347"/>
                <a:gd name="T20" fmla="*/ 118 w 287"/>
                <a:gd name="T21" fmla="*/ 76 h 347"/>
                <a:gd name="T22" fmla="*/ 91 w 287"/>
                <a:gd name="T23" fmla="*/ 76 h 347"/>
                <a:gd name="T24" fmla="*/ 91 w 287"/>
                <a:gd name="T25" fmla="*/ 270 h 347"/>
                <a:gd name="T26" fmla="*/ 111 w 287"/>
                <a:gd name="T27" fmla="*/ 270 h 347"/>
                <a:gd name="T28" fmla="*/ 173 w 287"/>
                <a:gd name="T29" fmla="*/ 245 h 347"/>
                <a:gd name="T30" fmla="*/ 192 w 287"/>
                <a:gd name="T31" fmla="*/ 170 h 3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</a:cxnLst>
              <a:rect l="0" t="0" r="r" b="b"/>
              <a:pathLst>
                <a:path w="287" h="347">
                  <a:moveTo>
                    <a:pt x="287" y="166"/>
                  </a:moveTo>
                  <a:cubicBezTo>
                    <a:pt x="287" y="224"/>
                    <a:pt x="271" y="269"/>
                    <a:pt x="240" y="300"/>
                  </a:cubicBezTo>
                  <a:cubicBezTo>
                    <a:pt x="209" y="331"/>
                    <a:pt x="165" y="347"/>
                    <a:pt x="109" y="347"/>
                  </a:cubicBezTo>
                  <a:cubicBezTo>
                    <a:pt x="0" y="347"/>
                    <a:pt x="0" y="347"/>
                    <a:pt x="0" y="347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7" y="0"/>
                    <a:pt x="117" y="0"/>
                    <a:pt x="117" y="0"/>
                  </a:cubicBezTo>
                  <a:cubicBezTo>
                    <a:pt x="171" y="0"/>
                    <a:pt x="213" y="15"/>
                    <a:pt x="243" y="43"/>
                  </a:cubicBezTo>
                  <a:cubicBezTo>
                    <a:pt x="272" y="72"/>
                    <a:pt x="287" y="113"/>
                    <a:pt x="287" y="166"/>
                  </a:cubicBezTo>
                  <a:moveTo>
                    <a:pt x="192" y="170"/>
                  </a:moveTo>
                  <a:cubicBezTo>
                    <a:pt x="192" y="138"/>
                    <a:pt x="186" y="114"/>
                    <a:pt x="174" y="99"/>
                  </a:cubicBezTo>
                  <a:cubicBezTo>
                    <a:pt x="161" y="84"/>
                    <a:pt x="143" y="76"/>
                    <a:pt x="118" y="76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1" y="270"/>
                    <a:pt x="91" y="270"/>
                    <a:pt x="91" y="270"/>
                  </a:cubicBezTo>
                  <a:cubicBezTo>
                    <a:pt x="111" y="270"/>
                    <a:pt x="111" y="270"/>
                    <a:pt x="111" y="270"/>
                  </a:cubicBezTo>
                  <a:cubicBezTo>
                    <a:pt x="139" y="270"/>
                    <a:pt x="160" y="262"/>
                    <a:pt x="173" y="245"/>
                  </a:cubicBezTo>
                  <a:cubicBezTo>
                    <a:pt x="186" y="229"/>
                    <a:pt x="192" y="204"/>
                    <a:pt x="192" y="170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0" name="Rectangle 7">
              <a:extLst>
                <a:ext uri="{FF2B5EF4-FFF2-40B4-BE49-F238E27FC236}">
                  <a16:creationId xmlns:a16="http://schemas.microsoft.com/office/drawing/2014/main" id="{C1C450E4-3273-84CF-DB1E-265F187A2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06463" y="404813"/>
              <a:ext cx="74612" cy="3032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8856DC2E-4451-16E4-A6ED-BB085BD1F7C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011238" y="479426"/>
              <a:ext cx="215900" cy="231775"/>
            </a:xfrm>
            <a:custGeom>
              <a:avLst/>
              <a:gdLst>
                <a:gd name="T0" fmla="*/ 252 w 252"/>
                <a:gd name="T1" fmla="*/ 133 h 267"/>
                <a:gd name="T2" fmla="*/ 218 w 252"/>
                <a:gd name="T3" fmla="*/ 232 h 267"/>
                <a:gd name="T4" fmla="*/ 125 w 252"/>
                <a:gd name="T5" fmla="*/ 267 h 267"/>
                <a:gd name="T6" fmla="*/ 34 w 252"/>
                <a:gd name="T7" fmla="*/ 231 h 267"/>
                <a:gd name="T8" fmla="*/ 0 w 252"/>
                <a:gd name="T9" fmla="*/ 133 h 267"/>
                <a:gd name="T10" fmla="*/ 33 w 252"/>
                <a:gd name="T11" fmla="*/ 35 h 267"/>
                <a:gd name="T12" fmla="*/ 127 w 252"/>
                <a:gd name="T13" fmla="*/ 0 h 267"/>
                <a:gd name="T14" fmla="*/ 192 w 252"/>
                <a:gd name="T15" fmla="*/ 16 h 267"/>
                <a:gd name="T16" fmla="*/ 236 w 252"/>
                <a:gd name="T17" fmla="*/ 63 h 267"/>
                <a:gd name="T18" fmla="*/ 252 w 252"/>
                <a:gd name="T19" fmla="*/ 133 h 267"/>
                <a:gd name="T20" fmla="*/ 88 w 252"/>
                <a:gd name="T21" fmla="*/ 133 h 267"/>
                <a:gd name="T22" fmla="*/ 97 w 252"/>
                <a:gd name="T23" fmla="*/ 184 h 267"/>
                <a:gd name="T24" fmla="*/ 126 w 252"/>
                <a:gd name="T25" fmla="*/ 201 h 267"/>
                <a:gd name="T26" fmla="*/ 155 w 252"/>
                <a:gd name="T27" fmla="*/ 184 h 267"/>
                <a:gd name="T28" fmla="*/ 163 w 252"/>
                <a:gd name="T29" fmla="*/ 133 h 267"/>
                <a:gd name="T30" fmla="*/ 155 w 252"/>
                <a:gd name="T31" fmla="*/ 83 h 267"/>
                <a:gd name="T32" fmla="*/ 126 w 252"/>
                <a:gd name="T33" fmla="*/ 66 h 267"/>
                <a:gd name="T34" fmla="*/ 97 w 252"/>
                <a:gd name="T35" fmla="*/ 83 h 267"/>
                <a:gd name="T36" fmla="*/ 88 w 252"/>
                <a:gd name="T37" fmla="*/ 133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252" h="267">
                  <a:moveTo>
                    <a:pt x="252" y="133"/>
                  </a:moveTo>
                  <a:cubicBezTo>
                    <a:pt x="252" y="175"/>
                    <a:pt x="241" y="208"/>
                    <a:pt x="218" y="232"/>
                  </a:cubicBezTo>
                  <a:cubicBezTo>
                    <a:pt x="196" y="256"/>
                    <a:pt x="165" y="267"/>
                    <a:pt x="125" y="267"/>
                  </a:cubicBezTo>
                  <a:cubicBezTo>
                    <a:pt x="87" y="267"/>
                    <a:pt x="56" y="255"/>
                    <a:pt x="34" y="231"/>
                  </a:cubicBezTo>
                  <a:cubicBezTo>
                    <a:pt x="11" y="207"/>
                    <a:pt x="0" y="174"/>
                    <a:pt x="0" y="133"/>
                  </a:cubicBezTo>
                  <a:cubicBezTo>
                    <a:pt x="0" y="91"/>
                    <a:pt x="11" y="58"/>
                    <a:pt x="33" y="35"/>
                  </a:cubicBezTo>
                  <a:cubicBezTo>
                    <a:pt x="55" y="12"/>
                    <a:pt x="86" y="0"/>
                    <a:pt x="127" y="0"/>
                  </a:cubicBezTo>
                  <a:cubicBezTo>
                    <a:pt x="151" y="0"/>
                    <a:pt x="173" y="5"/>
                    <a:pt x="192" y="16"/>
                  </a:cubicBezTo>
                  <a:cubicBezTo>
                    <a:pt x="211" y="27"/>
                    <a:pt x="226" y="42"/>
                    <a:pt x="236" y="63"/>
                  </a:cubicBezTo>
                  <a:cubicBezTo>
                    <a:pt x="247" y="83"/>
                    <a:pt x="252" y="106"/>
                    <a:pt x="252" y="133"/>
                  </a:cubicBezTo>
                  <a:moveTo>
                    <a:pt x="88" y="133"/>
                  </a:moveTo>
                  <a:cubicBezTo>
                    <a:pt x="88" y="155"/>
                    <a:pt x="91" y="172"/>
                    <a:pt x="97" y="184"/>
                  </a:cubicBezTo>
                  <a:cubicBezTo>
                    <a:pt x="103" y="195"/>
                    <a:pt x="112" y="201"/>
                    <a:pt x="126" y="201"/>
                  </a:cubicBezTo>
                  <a:cubicBezTo>
                    <a:pt x="140" y="201"/>
                    <a:pt x="149" y="195"/>
                    <a:pt x="155" y="184"/>
                  </a:cubicBezTo>
                  <a:cubicBezTo>
                    <a:pt x="160" y="172"/>
                    <a:pt x="163" y="155"/>
                    <a:pt x="163" y="133"/>
                  </a:cubicBezTo>
                  <a:cubicBezTo>
                    <a:pt x="163" y="111"/>
                    <a:pt x="160" y="94"/>
                    <a:pt x="155" y="83"/>
                  </a:cubicBezTo>
                  <a:cubicBezTo>
                    <a:pt x="149" y="72"/>
                    <a:pt x="139" y="66"/>
                    <a:pt x="126" y="66"/>
                  </a:cubicBezTo>
                  <a:cubicBezTo>
                    <a:pt x="112" y="66"/>
                    <a:pt x="103" y="72"/>
                    <a:pt x="97" y="83"/>
                  </a:cubicBezTo>
                  <a:cubicBezTo>
                    <a:pt x="91" y="94"/>
                    <a:pt x="88" y="111"/>
                    <a:pt x="88" y="133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2" name="Rectangle 9">
              <a:extLst>
                <a:ext uri="{FF2B5EF4-FFF2-40B4-BE49-F238E27FC236}">
                  <a16:creationId xmlns:a16="http://schemas.microsoft.com/office/drawing/2014/main" id="{4F9C89F0-9A3A-36C2-811A-13B9FB622D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82601"/>
              <a:ext cx="74612" cy="2254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3" name="Rectangle 10">
              <a:extLst>
                <a:ext uri="{FF2B5EF4-FFF2-40B4-BE49-F238E27FC236}">
                  <a16:creationId xmlns:a16="http://schemas.microsoft.com/office/drawing/2014/main" id="{703DD01D-2E0A-9ED0-F198-DB7FAC4A13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57300" y="404813"/>
              <a:ext cx="74612" cy="50800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50C81E24-8493-80AE-3020-301F68E40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075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0 w 184"/>
                <a:gd name="T7" fmla="*/ 341 h 344"/>
                <a:gd name="T8" fmla="*/ 113 w 184"/>
                <a:gd name="T9" fmla="*/ 344 h 344"/>
                <a:gd name="T10" fmla="*/ 50 w 184"/>
                <a:gd name="T11" fmla="*/ 322 h 344"/>
                <a:gd name="T12" fmla="*/ 30 w 184"/>
                <a:gd name="T13" fmla="*/ 255 h 344"/>
                <a:gd name="T14" fmla="*/ 30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0 w 184"/>
                <a:gd name="T21" fmla="*/ 81 h 344"/>
                <a:gd name="T22" fmla="*/ 30 w 184"/>
                <a:gd name="T23" fmla="*/ 16 h 344"/>
                <a:gd name="T24" fmla="*/ 118 w 184"/>
                <a:gd name="T25" fmla="*/ 0 h 344"/>
                <a:gd name="T26" fmla="*/ 118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8 w 184"/>
                <a:gd name="T33" fmla="*/ 148 h 344"/>
                <a:gd name="T34" fmla="*/ 118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3" y="274"/>
                    <a:pt x="167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2" y="335"/>
                    <a:pt x="161" y="339"/>
                    <a:pt x="150" y="341"/>
                  </a:cubicBezTo>
                  <a:cubicBezTo>
                    <a:pt x="140" y="343"/>
                    <a:pt x="127" y="344"/>
                    <a:pt x="113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0" y="285"/>
                    <a:pt x="30" y="255"/>
                  </a:cubicBezTo>
                  <a:cubicBezTo>
                    <a:pt x="30" y="148"/>
                    <a:pt x="30" y="148"/>
                    <a:pt x="30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0" y="81"/>
                    <a:pt x="30" y="81"/>
                    <a:pt x="30" y="81"/>
                  </a:cubicBezTo>
                  <a:cubicBezTo>
                    <a:pt x="30" y="16"/>
                    <a:pt x="30" y="16"/>
                    <a:pt x="30" y="16"/>
                  </a:cubicBezTo>
                  <a:cubicBezTo>
                    <a:pt x="118" y="0"/>
                    <a:pt x="118" y="0"/>
                    <a:pt x="118" y="0"/>
                  </a:cubicBezTo>
                  <a:cubicBezTo>
                    <a:pt x="118" y="81"/>
                    <a:pt x="118" y="81"/>
                    <a:pt x="118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8" y="148"/>
                    <a:pt x="118" y="148"/>
                    <a:pt x="118" y="148"/>
                  </a:cubicBezTo>
                  <a:cubicBezTo>
                    <a:pt x="118" y="249"/>
                    <a:pt x="118" y="249"/>
                    <a:pt x="118" y="249"/>
                  </a:cubicBezTo>
                  <a:cubicBezTo>
                    <a:pt x="118" y="266"/>
                    <a:pt x="126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50F20D5D-9D65-FE31-BAE2-057F7402C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113" y="411163"/>
              <a:ext cx="158750" cy="300038"/>
            </a:xfrm>
            <a:custGeom>
              <a:avLst/>
              <a:gdLst>
                <a:gd name="T0" fmla="*/ 142 w 184"/>
                <a:gd name="T1" fmla="*/ 274 h 344"/>
                <a:gd name="T2" fmla="*/ 184 w 184"/>
                <a:gd name="T3" fmla="*/ 265 h 344"/>
                <a:gd name="T4" fmla="*/ 184 w 184"/>
                <a:gd name="T5" fmla="*/ 330 h 344"/>
                <a:gd name="T6" fmla="*/ 151 w 184"/>
                <a:gd name="T7" fmla="*/ 341 h 344"/>
                <a:gd name="T8" fmla="*/ 114 w 184"/>
                <a:gd name="T9" fmla="*/ 344 h 344"/>
                <a:gd name="T10" fmla="*/ 50 w 184"/>
                <a:gd name="T11" fmla="*/ 322 h 344"/>
                <a:gd name="T12" fmla="*/ 31 w 184"/>
                <a:gd name="T13" fmla="*/ 255 h 344"/>
                <a:gd name="T14" fmla="*/ 31 w 184"/>
                <a:gd name="T15" fmla="*/ 148 h 344"/>
                <a:gd name="T16" fmla="*/ 0 w 184"/>
                <a:gd name="T17" fmla="*/ 148 h 344"/>
                <a:gd name="T18" fmla="*/ 0 w 184"/>
                <a:gd name="T19" fmla="*/ 81 h 344"/>
                <a:gd name="T20" fmla="*/ 31 w 184"/>
                <a:gd name="T21" fmla="*/ 81 h 344"/>
                <a:gd name="T22" fmla="*/ 31 w 184"/>
                <a:gd name="T23" fmla="*/ 15 h 344"/>
                <a:gd name="T24" fmla="*/ 119 w 184"/>
                <a:gd name="T25" fmla="*/ 0 h 344"/>
                <a:gd name="T26" fmla="*/ 119 w 184"/>
                <a:gd name="T27" fmla="*/ 81 h 344"/>
                <a:gd name="T28" fmla="*/ 174 w 184"/>
                <a:gd name="T29" fmla="*/ 81 h 344"/>
                <a:gd name="T30" fmla="*/ 174 w 184"/>
                <a:gd name="T31" fmla="*/ 148 h 344"/>
                <a:gd name="T32" fmla="*/ 119 w 184"/>
                <a:gd name="T33" fmla="*/ 148 h 344"/>
                <a:gd name="T34" fmla="*/ 119 w 184"/>
                <a:gd name="T35" fmla="*/ 249 h 344"/>
                <a:gd name="T36" fmla="*/ 142 w 184"/>
                <a:gd name="T37" fmla="*/ 274 h 3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</a:cxnLst>
              <a:rect l="0" t="0" r="r" b="b"/>
              <a:pathLst>
                <a:path w="184" h="344">
                  <a:moveTo>
                    <a:pt x="142" y="274"/>
                  </a:moveTo>
                  <a:cubicBezTo>
                    <a:pt x="154" y="274"/>
                    <a:pt x="168" y="271"/>
                    <a:pt x="184" y="265"/>
                  </a:cubicBezTo>
                  <a:cubicBezTo>
                    <a:pt x="184" y="330"/>
                    <a:pt x="184" y="330"/>
                    <a:pt x="184" y="330"/>
                  </a:cubicBezTo>
                  <a:cubicBezTo>
                    <a:pt x="173" y="335"/>
                    <a:pt x="161" y="339"/>
                    <a:pt x="151" y="341"/>
                  </a:cubicBezTo>
                  <a:cubicBezTo>
                    <a:pt x="140" y="343"/>
                    <a:pt x="128" y="344"/>
                    <a:pt x="114" y="344"/>
                  </a:cubicBezTo>
                  <a:cubicBezTo>
                    <a:pt x="84" y="344"/>
                    <a:pt x="63" y="337"/>
                    <a:pt x="50" y="322"/>
                  </a:cubicBezTo>
                  <a:cubicBezTo>
                    <a:pt x="37" y="308"/>
                    <a:pt x="31" y="285"/>
                    <a:pt x="31" y="255"/>
                  </a:cubicBezTo>
                  <a:cubicBezTo>
                    <a:pt x="31" y="148"/>
                    <a:pt x="31" y="148"/>
                    <a:pt x="31" y="148"/>
                  </a:cubicBezTo>
                  <a:cubicBezTo>
                    <a:pt x="0" y="148"/>
                    <a:pt x="0" y="148"/>
                    <a:pt x="0" y="148"/>
                  </a:cubicBezTo>
                  <a:cubicBezTo>
                    <a:pt x="0" y="81"/>
                    <a:pt x="0" y="81"/>
                    <a:pt x="0" y="81"/>
                  </a:cubicBezTo>
                  <a:cubicBezTo>
                    <a:pt x="31" y="81"/>
                    <a:pt x="31" y="81"/>
                    <a:pt x="31" y="81"/>
                  </a:cubicBezTo>
                  <a:cubicBezTo>
                    <a:pt x="31" y="15"/>
                    <a:pt x="31" y="15"/>
                    <a:pt x="31" y="15"/>
                  </a:cubicBezTo>
                  <a:cubicBezTo>
                    <a:pt x="119" y="0"/>
                    <a:pt x="119" y="0"/>
                    <a:pt x="119" y="0"/>
                  </a:cubicBezTo>
                  <a:cubicBezTo>
                    <a:pt x="119" y="81"/>
                    <a:pt x="119" y="81"/>
                    <a:pt x="119" y="81"/>
                  </a:cubicBezTo>
                  <a:cubicBezTo>
                    <a:pt x="174" y="81"/>
                    <a:pt x="174" y="81"/>
                    <a:pt x="174" y="81"/>
                  </a:cubicBezTo>
                  <a:cubicBezTo>
                    <a:pt x="174" y="148"/>
                    <a:pt x="174" y="148"/>
                    <a:pt x="174" y="148"/>
                  </a:cubicBezTo>
                  <a:cubicBezTo>
                    <a:pt x="119" y="148"/>
                    <a:pt x="119" y="148"/>
                    <a:pt x="119" y="148"/>
                  </a:cubicBezTo>
                  <a:cubicBezTo>
                    <a:pt x="119" y="249"/>
                    <a:pt x="119" y="249"/>
                    <a:pt x="119" y="249"/>
                  </a:cubicBezTo>
                  <a:cubicBezTo>
                    <a:pt x="119" y="266"/>
                    <a:pt x="127" y="274"/>
                    <a:pt x="142" y="274"/>
                  </a:cubicBezTo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96A5ACE-A056-469E-5182-642499CD2C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709738" y="479426"/>
              <a:ext cx="211137" cy="231775"/>
            </a:xfrm>
            <a:custGeom>
              <a:avLst/>
              <a:gdLst>
                <a:gd name="T0" fmla="*/ 213 w 244"/>
                <a:gd name="T1" fmla="*/ 30 h 267"/>
                <a:gd name="T2" fmla="*/ 125 w 244"/>
                <a:gd name="T3" fmla="*/ 0 h 267"/>
                <a:gd name="T4" fmla="*/ 33 w 244"/>
                <a:gd name="T5" fmla="*/ 35 h 267"/>
                <a:gd name="T6" fmla="*/ 0 w 244"/>
                <a:gd name="T7" fmla="*/ 135 h 267"/>
                <a:gd name="T8" fmla="*/ 35 w 244"/>
                <a:gd name="T9" fmla="*/ 233 h 267"/>
                <a:gd name="T10" fmla="*/ 133 w 244"/>
                <a:gd name="T11" fmla="*/ 267 h 267"/>
                <a:gd name="T12" fmla="*/ 185 w 244"/>
                <a:gd name="T13" fmla="*/ 263 h 267"/>
                <a:gd name="T14" fmla="*/ 227 w 244"/>
                <a:gd name="T15" fmla="*/ 249 h 267"/>
                <a:gd name="T16" fmla="*/ 214 w 244"/>
                <a:gd name="T17" fmla="*/ 190 h 267"/>
                <a:gd name="T18" fmla="*/ 186 w 244"/>
                <a:gd name="T19" fmla="*/ 200 h 267"/>
                <a:gd name="T20" fmla="*/ 144 w 244"/>
                <a:gd name="T21" fmla="*/ 204 h 267"/>
                <a:gd name="T22" fmla="*/ 104 w 244"/>
                <a:gd name="T23" fmla="*/ 192 h 267"/>
                <a:gd name="T24" fmla="*/ 88 w 244"/>
                <a:gd name="T25" fmla="*/ 158 h 267"/>
                <a:gd name="T26" fmla="*/ 244 w 244"/>
                <a:gd name="T27" fmla="*/ 158 h 267"/>
                <a:gd name="T28" fmla="*/ 244 w 244"/>
                <a:gd name="T29" fmla="*/ 118 h 267"/>
                <a:gd name="T30" fmla="*/ 213 w 244"/>
                <a:gd name="T31" fmla="*/ 30 h 267"/>
                <a:gd name="T32" fmla="*/ 90 w 244"/>
                <a:gd name="T33" fmla="*/ 102 h 267"/>
                <a:gd name="T34" fmla="*/ 102 w 244"/>
                <a:gd name="T35" fmla="*/ 70 h 267"/>
                <a:gd name="T36" fmla="*/ 128 w 244"/>
                <a:gd name="T37" fmla="*/ 61 h 267"/>
                <a:gd name="T38" fmla="*/ 155 w 244"/>
                <a:gd name="T39" fmla="*/ 72 h 267"/>
                <a:gd name="T40" fmla="*/ 165 w 244"/>
                <a:gd name="T41" fmla="*/ 102 h 267"/>
                <a:gd name="T42" fmla="*/ 90 w 244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4" h="267">
                  <a:moveTo>
                    <a:pt x="213" y="30"/>
                  </a:moveTo>
                  <a:cubicBezTo>
                    <a:pt x="192" y="10"/>
                    <a:pt x="163" y="0"/>
                    <a:pt x="125" y="0"/>
                  </a:cubicBezTo>
                  <a:cubicBezTo>
                    <a:pt x="85" y="0"/>
                    <a:pt x="54" y="12"/>
                    <a:pt x="33" y="35"/>
                  </a:cubicBezTo>
                  <a:cubicBezTo>
                    <a:pt x="11" y="58"/>
                    <a:pt x="0" y="92"/>
                    <a:pt x="0" y="135"/>
                  </a:cubicBezTo>
                  <a:cubicBezTo>
                    <a:pt x="0" y="178"/>
                    <a:pt x="12" y="210"/>
                    <a:pt x="35" y="233"/>
                  </a:cubicBezTo>
                  <a:cubicBezTo>
                    <a:pt x="59" y="256"/>
                    <a:pt x="91" y="267"/>
                    <a:pt x="133" y="267"/>
                  </a:cubicBezTo>
                  <a:cubicBezTo>
                    <a:pt x="153" y="267"/>
                    <a:pt x="171" y="266"/>
                    <a:pt x="185" y="263"/>
                  </a:cubicBezTo>
                  <a:cubicBezTo>
                    <a:pt x="200" y="261"/>
                    <a:pt x="214" y="256"/>
                    <a:pt x="227" y="249"/>
                  </a:cubicBezTo>
                  <a:cubicBezTo>
                    <a:pt x="214" y="190"/>
                    <a:pt x="214" y="190"/>
                    <a:pt x="214" y="190"/>
                  </a:cubicBezTo>
                  <a:cubicBezTo>
                    <a:pt x="204" y="194"/>
                    <a:pt x="195" y="197"/>
                    <a:pt x="186" y="200"/>
                  </a:cubicBezTo>
                  <a:cubicBezTo>
                    <a:pt x="173" y="202"/>
                    <a:pt x="159" y="204"/>
                    <a:pt x="144" y="204"/>
                  </a:cubicBezTo>
                  <a:cubicBezTo>
                    <a:pt x="127" y="204"/>
                    <a:pt x="114" y="200"/>
                    <a:pt x="104" y="192"/>
                  </a:cubicBezTo>
                  <a:cubicBezTo>
                    <a:pt x="94" y="183"/>
                    <a:pt x="89" y="172"/>
                    <a:pt x="88" y="158"/>
                  </a:cubicBezTo>
                  <a:cubicBezTo>
                    <a:pt x="244" y="158"/>
                    <a:pt x="244" y="158"/>
                    <a:pt x="244" y="158"/>
                  </a:cubicBezTo>
                  <a:cubicBezTo>
                    <a:pt x="244" y="118"/>
                    <a:pt x="244" y="118"/>
                    <a:pt x="244" y="118"/>
                  </a:cubicBezTo>
                  <a:cubicBezTo>
                    <a:pt x="244" y="80"/>
                    <a:pt x="234" y="51"/>
                    <a:pt x="213" y="30"/>
                  </a:cubicBezTo>
                  <a:moveTo>
                    <a:pt x="90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9" y="64"/>
                    <a:pt x="118" y="61"/>
                    <a:pt x="128" y="61"/>
                  </a:cubicBezTo>
                  <a:cubicBezTo>
                    <a:pt x="139" y="61"/>
                    <a:pt x="148" y="64"/>
                    <a:pt x="155" y="72"/>
                  </a:cubicBezTo>
                  <a:cubicBezTo>
                    <a:pt x="161" y="79"/>
                    <a:pt x="165" y="89"/>
                    <a:pt x="165" y="102"/>
                  </a:cubicBezTo>
                  <a:lnTo>
                    <a:pt x="90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140C28FF-C6BE-251A-09F2-8771379D6C9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8338" y="479426"/>
              <a:ext cx="209550" cy="231775"/>
            </a:xfrm>
            <a:custGeom>
              <a:avLst/>
              <a:gdLst>
                <a:gd name="T0" fmla="*/ 212 w 243"/>
                <a:gd name="T1" fmla="*/ 30 h 267"/>
                <a:gd name="T2" fmla="*/ 124 w 243"/>
                <a:gd name="T3" fmla="*/ 0 h 267"/>
                <a:gd name="T4" fmla="*/ 32 w 243"/>
                <a:gd name="T5" fmla="*/ 35 h 267"/>
                <a:gd name="T6" fmla="*/ 0 w 243"/>
                <a:gd name="T7" fmla="*/ 135 h 267"/>
                <a:gd name="T8" fmla="*/ 35 w 243"/>
                <a:gd name="T9" fmla="*/ 233 h 267"/>
                <a:gd name="T10" fmla="*/ 132 w 243"/>
                <a:gd name="T11" fmla="*/ 267 h 267"/>
                <a:gd name="T12" fmla="*/ 184 w 243"/>
                <a:gd name="T13" fmla="*/ 263 h 267"/>
                <a:gd name="T14" fmla="*/ 227 w 243"/>
                <a:gd name="T15" fmla="*/ 249 h 267"/>
                <a:gd name="T16" fmla="*/ 213 w 243"/>
                <a:gd name="T17" fmla="*/ 190 h 267"/>
                <a:gd name="T18" fmla="*/ 185 w 243"/>
                <a:gd name="T19" fmla="*/ 200 h 267"/>
                <a:gd name="T20" fmla="*/ 143 w 243"/>
                <a:gd name="T21" fmla="*/ 204 h 267"/>
                <a:gd name="T22" fmla="*/ 103 w 243"/>
                <a:gd name="T23" fmla="*/ 192 h 267"/>
                <a:gd name="T24" fmla="*/ 88 w 243"/>
                <a:gd name="T25" fmla="*/ 158 h 267"/>
                <a:gd name="T26" fmla="*/ 243 w 243"/>
                <a:gd name="T27" fmla="*/ 158 h 267"/>
                <a:gd name="T28" fmla="*/ 243 w 243"/>
                <a:gd name="T29" fmla="*/ 118 h 267"/>
                <a:gd name="T30" fmla="*/ 212 w 243"/>
                <a:gd name="T31" fmla="*/ 30 h 267"/>
                <a:gd name="T32" fmla="*/ 89 w 243"/>
                <a:gd name="T33" fmla="*/ 102 h 267"/>
                <a:gd name="T34" fmla="*/ 102 w 243"/>
                <a:gd name="T35" fmla="*/ 70 h 267"/>
                <a:gd name="T36" fmla="*/ 127 w 243"/>
                <a:gd name="T37" fmla="*/ 61 h 267"/>
                <a:gd name="T38" fmla="*/ 154 w 243"/>
                <a:gd name="T39" fmla="*/ 72 h 267"/>
                <a:gd name="T40" fmla="*/ 164 w 243"/>
                <a:gd name="T41" fmla="*/ 102 h 267"/>
                <a:gd name="T42" fmla="*/ 89 w 243"/>
                <a:gd name="T43" fmla="*/ 102 h 2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243" h="267">
                  <a:moveTo>
                    <a:pt x="212" y="30"/>
                  </a:moveTo>
                  <a:cubicBezTo>
                    <a:pt x="191" y="10"/>
                    <a:pt x="162" y="0"/>
                    <a:pt x="124" y="0"/>
                  </a:cubicBezTo>
                  <a:cubicBezTo>
                    <a:pt x="84" y="0"/>
                    <a:pt x="53" y="12"/>
                    <a:pt x="32" y="35"/>
                  </a:cubicBezTo>
                  <a:cubicBezTo>
                    <a:pt x="10" y="58"/>
                    <a:pt x="0" y="92"/>
                    <a:pt x="0" y="135"/>
                  </a:cubicBezTo>
                  <a:cubicBezTo>
                    <a:pt x="0" y="178"/>
                    <a:pt x="11" y="210"/>
                    <a:pt x="35" y="233"/>
                  </a:cubicBezTo>
                  <a:cubicBezTo>
                    <a:pt x="58" y="256"/>
                    <a:pt x="90" y="267"/>
                    <a:pt x="132" y="267"/>
                  </a:cubicBezTo>
                  <a:cubicBezTo>
                    <a:pt x="153" y="267"/>
                    <a:pt x="170" y="266"/>
                    <a:pt x="184" y="263"/>
                  </a:cubicBezTo>
                  <a:cubicBezTo>
                    <a:pt x="199" y="261"/>
                    <a:pt x="213" y="256"/>
                    <a:pt x="227" y="249"/>
                  </a:cubicBezTo>
                  <a:cubicBezTo>
                    <a:pt x="213" y="190"/>
                    <a:pt x="213" y="190"/>
                    <a:pt x="213" y="190"/>
                  </a:cubicBezTo>
                  <a:cubicBezTo>
                    <a:pt x="203" y="194"/>
                    <a:pt x="194" y="197"/>
                    <a:pt x="185" y="200"/>
                  </a:cubicBezTo>
                  <a:cubicBezTo>
                    <a:pt x="172" y="202"/>
                    <a:pt x="158" y="204"/>
                    <a:pt x="143" y="204"/>
                  </a:cubicBezTo>
                  <a:cubicBezTo>
                    <a:pt x="126" y="204"/>
                    <a:pt x="113" y="200"/>
                    <a:pt x="103" y="192"/>
                  </a:cubicBezTo>
                  <a:cubicBezTo>
                    <a:pt x="93" y="183"/>
                    <a:pt x="88" y="172"/>
                    <a:pt x="88" y="158"/>
                  </a:cubicBezTo>
                  <a:cubicBezTo>
                    <a:pt x="243" y="158"/>
                    <a:pt x="243" y="158"/>
                    <a:pt x="243" y="158"/>
                  </a:cubicBezTo>
                  <a:cubicBezTo>
                    <a:pt x="243" y="118"/>
                    <a:pt x="243" y="118"/>
                    <a:pt x="243" y="118"/>
                  </a:cubicBezTo>
                  <a:cubicBezTo>
                    <a:pt x="243" y="80"/>
                    <a:pt x="233" y="51"/>
                    <a:pt x="212" y="30"/>
                  </a:cubicBezTo>
                  <a:moveTo>
                    <a:pt x="89" y="102"/>
                  </a:moveTo>
                  <a:cubicBezTo>
                    <a:pt x="91" y="87"/>
                    <a:pt x="95" y="77"/>
                    <a:pt x="102" y="70"/>
                  </a:cubicBezTo>
                  <a:cubicBezTo>
                    <a:pt x="108" y="64"/>
                    <a:pt x="117" y="61"/>
                    <a:pt x="127" y="61"/>
                  </a:cubicBezTo>
                  <a:cubicBezTo>
                    <a:pt x="138" y="61"/>
                    <a:pt x="147" y="64"/>
                    <a:pt x="154" y="72"/>
                  </a:cubicBezTo>
                  <a:cubicBezTo>
                    <a:pt x="160" y="79"/>
                    <a:pt x="164" y="89"/>
                    <a:pt x="164" y="102"/>
                  </a:cubicBezTo>
                  <a:lnTo>
                    <a:pt x="89" y="1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1800" noProof="0">
                <a:solidFill>
                  <a:schemeClr val="bg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903138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theme" Target="../theme/theme1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image" Target="../media/image1.emf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oleObject" Target="../embeddings/oleObject1.bin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tags" Target="../tags/tag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3" hidden="1"/>
          <p:cNvGraphicFramePr>
            <a:graphicFrameLocks noChangeAspect="1"/>
          </p:cNvGraphicFramePr>
          <p:nvPr>
            <p:custDataLst>
              <p:tags r:id="rId40"/>
            </p:custDataLst>
            <p:extLst>
              <p:ext uri="{D42A27DB-BD31-4B8C-83A1-F6EECF244321}">
                <p14:modId xmlns:p14="http://schemas.microsoft.com/office/powerpoint/2010/main" val="2630452337"/>
              </p:ext>
            </p:extLst>
          </p:nvPr>
        </p:nvGraphicFramePr>
        <p:xfrm>
          <a:off x="2119" y="1591"/>
          <a:ext cx="2116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1" imgW="270" imgH="270" progId="TCLayout.ActiveDocument.1">
                  <p:embed/>
                </p:oleObj>
              </mc:Choice>
              <mc:Fallback>
                <p:oleObj name="think-cell Slide" r:id="rId41" imgW="270" imgH="270" progId="TCLayout.ActiveDocument.1">
                  <p:embed/>
                  <p:pic>
                    <p:nvPicPr>
                      <p:cNvPr id="4" name="Object 3" hidden="1"/>
                      <p:cNvPicPr/>
                      <p:nvPr/>
                    </p:nvPicPr>
                    <p:blipFill>
                      <a:blip r:embed="rId42"/>
                      <a:stretch>
                        <a:fillRect/>
                      </a:stretch>
                    </p:blipFill>
                    <p:spPr>
                      <a:xfrm>
                        <a:off x="2119" y="1591"/>
                        <a:ext cx="2116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457200" y="345664"/>
            <a:ext cx="11274552" cy="34013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/>
          <a:p>
            <a:r>
              <a:rPr lang="ko-KR" altLang="en-US" noProof="0"/>
              <a:t>마스터 제목 스타일 편집</a:t>
            </a:r>
            <a:endParaRPr lang="en-US" noProof="0"/>
          </a:p>
        </p:txBody>
      </p:sp>
      <p:sp>
        <p:nvSpPr>
          <p:cNvPr id="19" name="Text Placeholder 18"/>
          <p:cNvSpPr>
            <a:spLocks noGrp="1"/>
          </p:cNvSpPr>
          <p:nvPr>
            <p:ph type="body" idx="1"/>
          </p:nvPr>
        </p:nvSpPr>
        <p:spPr>
          <a:xfrm>
            <a:off x="460093" y="1679602"/>
            <a:ext cx="11274552" cy="4661916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ko-KR" altLang="en-US" noProof="0"/>
              <a:t>마스터 텍스트 스타일을 편집하려면 클릭</a:t>
            </a:r>
          </a:p>
          <a:p>
            <a:pPr lvl="1"/>
            <a:r>
              <a:rPr lang="ko-KR" altLang="en-US" noProof="0"/>
              <a:t>두 번째 수준</a:t>
            </a:r>
          </a:p>
          <a:p>
            <a:pPr lvl="2"/>
            <a:r>
              <a:rPr lang="ko-KR" altLang="en-US" noProof="0"/>
              <a:t>세 번째 수준</a:t>
            </a:r>
          </a:p>
          <a:p>
            <a:pPr lvl="3"/>
            <a:r>
              <a:rPr lang="ko-KR" altLang="en-US" noProof="0"/>
              <a:t>네 번째 수준</a:t>
            </a:r>
          </a:p>
          <a:p>
            <a:pPr lvl="4"/>
            <a:r>
              <a:rPr lang="ko-KR" altLang="en-US" noProof="0"/>
              <a:t>다섯 번째 수준</a:t>
            </a:r>
            <a:endParaRPr lang="en-US" noProof="0"/>
          </a:p>
        </p:txBody>
      </p:sp>
      <p:sp>
        <p:nvSpPr>
          <p:cNvPr id="3" name="날짜 개체 틀 4">
            <a:extLst>
              <a:ext uri="{FF2B5EF4-FFF2-40B4-BE49-F238E27FC236}">
                <a16:creationId xmlns:a16="http://schemas.microsoft.com/office/drawing/2014/main" id="{C685AC0D-A5E4-C5D7-08FD-0295B60CF09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095779" y="6520656"/>
            <a:ext cx="52560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marL="0" indent="0" algn="r">
              <a:spcBef>
                <a:spcPts val="450"/>
              </a:spcBef>
              <a:buSzPct val="100000"/>
              <a:buFont typeface="Arial"/>
              <a:buNone/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r"/>
            <a:r>
              <a:rPr lang="en-US" altLang="ko-KR"/>
              <a:t>Presentation title (</a:t>
            </a:r>
            <a:r>
              <a:rPr lang="ko-KR" altLang="en-US"/>
              <a:t>삽입 </a:t>
            </a:r>
            <a:r>
              <a:rPr lang="en-US" altLang="ko-KR"/>
              <a:t>Tap &gt; </a:t>
            </a:r>
            <a:r>
              <a:rPr lang="ko-KR" altLang="en-US"/>
              <a:t>머리글</a:t>
            </a:r>
            <a:r>
              <a:rPr lang="en-US" altLang="ko-KR"/>
              <a:t>/</a:t>
            </a:r>
            <a:r>
              <a:rPr lang="ko-KR" altLang="en-US"/>
              <a:t>바닥글 </a:t>
            </a:r>
            <a:r>
              <a:rPr lang="en-US" altLang="ko-KR"/>
              <a:t>&gt; </a:t>
            </a:r>
            <a:r>
              <a:rPr lang="ko-KR" altLang="en-US"/>
              <a:t>날짜 및 시간 ‘직접입력’으로 편집</a:t>
            </a:r>
            <a:r>
              <a:rPr lang="en-US" altLang="ko-KR"/>
              <a:t>)</a:t>
            </a:r>
            <a:endParaRPr lang="ko-KR" altLang="en-US" dirty="0"/>
          </a:p>
        </p:txBody>
      </p:sp>
      <p:sp>
        <p:nvSpPr>
          <p:cNvPr id="8" name="바닥글 개체 틀 5">
            <a:extLst>
              <a:ext uri="{FF2B5EF4-FFF2-40B4-BE49-F238E27FC236}">
                <a16:creationId xmlns:a16="http://schemas.microsoft.com/office/drawing/2014/main" id="{BAF0599E-592E-68CE-3D20-B9B0DD6961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57200" y="6520656"/>
            <a:ext cx="5521475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l">
              <a:defRPr lang="ko-KR" altLang="en-US" sz="800" baseline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 algn="l">
              <a:spcBef>
                <a:spcPts val="450"/>
              </a:spcBef>
              <a:buSzPct val="100000"/>
            </a:pPr>
            <a:r>
              <a:rPr lang="fr-FR" altLang="ko-KR"/>
              <a:t>© 2026. For information, contact Deloitte Anjin LLC </a:t>
            </a:r>
            <a:endParaRPr lang="fr-FR"/>
          </a:p>
        </p:txBody>
      </p:sp>
      <p:sp>
        <p:nvSpPr>
          <p:cNvPr id="9" name="슬라이드 번호 개체 틀 6">
            <a:extLst>
              <a:ext uri="{FF2B5EF4-FFF2-40B4-BE49-F238E27FC236}">
                <a16:creationId xmlns:a16="http://schemas.microsoft.com/office/drawing/2014/main" id="{5E5C7FFB-7A0C-AC09-D657-D39C35AFF7F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425045" y="6520656"/>
            <a:ext cx="309600" cy="123111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>
            <a:lvl1pPr algn="r">
              <a:defRPr lang="ko-KR" altLang="en-US" sz="800" baseline="0" smtClean="0">
                <a:solidFill>
                  <a:schemeClr val="tx1"/>
                </a:solidFill>
                <a:cs typeface="Calibri" panose="020F0502020204030204" pitchFamily="34" charset="0"/>
              </a:defRPr>
            </a:lvl1pPr>
          </a:lstStyle>
          <a:p>
            <a:pPr>
              <a:spcBef>
                <a:spcPts val="450"/>
              </a:spcBef>
              <a:buSzPct val="100000"/>
            </a:pPr>
            <a:fld id="{93EA3C46-4B3E-4FD7-8288-63BC7BF6234B}" type="slidenum">
              <a:rPr lang="en-US" altLang="ko-KR" smtClean="0"/>
              <a:pPr>
                <a:spcBef>
                  <a:spcPts val="450"/>
                </a:spcBef>
                <a:buSzPct val="100000"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09445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469" r:id="rId1"/>
    <p:sldLayoutId id="2147484470" r:id="rId2"/>
    <p:sldLayoutId id="2147484472" r:id="rId3"/>
    <p:sldLayoutId id="2147484474" r:id="rId4"/>
    <p:sldLayoutId id="2147484475" r:id="rId5"/>
    <p:sldLayoutId id="2147484476" r:id="rId6"/>
    <p:sldLayoutId id="2147484477" r:id="rId7"/>
    <p:sldLayoutId id="2147484478" r:id="rId8"/>
    <p:sldLayoutId id="2147484479" r:id="rId9"/>
    <p:sldLayoutId id="2147484480" r:id="rId10"/>
    <p:sldLayoutId id="2147484481" r:id="rId11"/>
    <p:sldLayoutId id="2147484482" r:id="rId12"/>
    <p:sldLayoutId id="2147484483" r:id="rId13"/>
    <p:sldLayoutId id="2147484484" r:id="rId14"/>
    <p:sldLayoutId id="2147484485" r:id="rId15"/>
    <p:sldLayoutId id="2147484486" r:id="rId16"/>
    <p:sldLayoutId id="2147484487" r:id="rId17"/>
    <p:sldLayoutId id="2147484471" r:id="rId18"/>
    <p:sldLayoutId id="2147484488" r:id="rId19"/>
    <p:sldLayoutId id="2147484489" r:id="rId20"/>
    <p:sldLayoutId id="2147484490" r:id="rId21"/>
    <p:sldLayoutId id="2147484491" r:id="rId22"/>
    <p:sldLayoutId id="2147484493" r:id="rId23"/>
    <p:sldLayoutId id="2147484494" r:id="rId24"/>
    <p:sldLayoutId id="2147484495" r:id="rId25"/>
    <p:sldLayoutId id="2147484496" r:id="rId26"/>
    <p:sldLayoutId id="2147484497" r:id="rId27"/>
    <p:sldLayoutId id="2147484498" r:id="rId28"/>
    <p:sldLayoutId id="2147484499" r:id="rId29"/>
    <p:sldLayoutId id="2147484502" r:id="rId30"/>
    <p:sldLayoutId id="2147484516" r:id="rId31"/>
    <p:sldLayoutId id="2147484503" r:id="rId32"/>
    <p:sldLayoutId id="2147484504" r:id="rId33"/>
    <p:sldLayoutId id="2147484505" r:id="rId34"/>
    <p:sldLayoutId id="2147484506" r:id="rId35"/>
    <p:sldLayoutId id="2147484507" r:id="rId36"/>
    <p:sldLayoutId id="2147484510" r:id="rId37"/>
    <p:sldLayoutId id="2147484511" r:id="rId38"/>
  </p:sldLayoutIdLst>
  <p:transition>
    <p:fade/>
  </p:transition>
  <p:hf hdr="0"/>
  <p:txStyles>
    <p:titleStyle>
      <a:lvl1pPr algn="l" defTabSz="685800" rtl="0" eaLnBrk="1" latinLnBrk="1" hangingPunct="1">
        <a:spcBef>
          <a:spcPct val="0"/>
        </a:spcBef>
        <a:buNone/>
        <a:defRPr sz="2100" kern="1200" baseline="0">
          <a:solidFill>
            <a:schemeClr val="tx1"/>
          </a:solidFill>
          <a:latin typeface="+mj-lt"/>
          <a:ea typeface="+mj-ea"/>
          <a:cs typeface="Calibri Light" panose="020F0302020204030204" pitchFamily="34" charset="0"/>
        </a:defRPr>
      </a:lvl1pPr>
    </p:titleStyle>
    <p:bodyStyle>
      <a:lvl1pPr marL="0" indent="0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SzPct val="100000"/>
        <a:buFontTx/>
        <a:buNone/>
        <a:defRPr sz="1200" b="0" kern="120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1pPr>
      <a:lvl2pPr marL="179388" indent="-179388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•"/>
        <a:defRPr lang="en-US" sz="12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2pPr>
      <a:lvl3pPr marL="360363" indent="-180975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defRPr lang="en-US" sz="1200" b="0" kern="120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3pPr>
      <a:lvl4pPr marL="538163" indent="-177800" algn="l" defTabSz="685800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◦"/>
        <a:defRPr lang="en-US" sz="1200" b="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4pPr>
      <a:lvl5pPr marL="717550" indent="-179388" algn="l" defTabSz="598885" rtl="0" eaLnBrk="1" latinLnBrk="1" hangingPunct="1">
        <a:lnSpc>
          <a:spcPct val="100000"/>
        </a:lnSpc>
        <a:spcBef>
          <a:spcPts val="200"/>
        </a:spcBef>
        <a:spcAft>
          <a:spcPts val="200"/>
        </a:spcAft>
        <a:buClrTx/>
        <a:buSzPct val="100000"/>
        <a:buFont typeface="Arial" panose="020B0604020202020204" pitchFamily="34" charset="0"/>
        <a:buChar char="−"/>
        <a:tabLst/>
        <a:defRPr lang="en-US" sz="1200" b="0" kern="1200" baseline="0" dirty="0" smtClean="0">
          <a:solidFill>
            <a:schemeClr val="tx1"/>
          </a:solidFill>
          <a:latin typeface="+mn-lt"/>
          <a:ea typeface="+mn-ea"/>
          <a:cs typeface="Calibri Light" panose="020F0302020204030204" pitchFamily="34" charset="0"/>
        </a:defRPr>
      </a:lvl5pPr>
      <a:lvl6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>
          <a:solidFill>
            <a:schemeClr val="tx1"/>
          </a:solidFill>
          <a:latin typeface="+mn-lt"/>
          <a:ea typeface="+mn-ea"/>
          <a:cs typeface="+mn-cs"/>
        </a:defRPr>
      </a:lvl7pPr>
      <a:lvl8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99600" indent="-132300" algn="l" defTabSz="685800" rtl="0" eaLnBrk="1" latinLnBrk="1" hangingPunct="1">
        <a:spcBef>
          <a:spcPts val="0"/>
        </a:spcBef>
        <a:spcAft>
          <a:spcPts val="750"/>
        </a:spcAft>
        <a:buFont typeface="Verdana" panose="020B0604030504040204" pitchFamily="34" charset="0"/>
        <a:buChar char="−"/>
        <a:defRPr sz="9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94" pos="3936">
          <p15:clr>
            <a:srgbClr val="F26B43"/>
          </p15:clr>
        </p15:guide>
        <p15:guide id="95" orient="horz" pos="4008">
          <p15:clr>
            <a:srgbClr val="F26B43"/>
          </p15:clr>
        </p15:guide>
        <p15:guide id="96" orient="horz" pos="4104">
          <p15:clr>
            <a:srgbClr val="F26B43"/>
          </p15:clr>
        </p15:guide>
        <p15:guide id="97" orient="horz" pos="1056">
          <p15:clr>
            <a:srgbClr val="F26B43"/>
          </p15:clr>
        </p15:guide>
        <p15:guide id="98" pos="3840">
          <p15:clr>
            <a:srgbClr val="F26B43"/>
          </p15:clr>
        </p15:guide>
        <p15:guide id="99" pos="7392">
          <p15:clr>
            <a:srgbClr val="F26B43"/>
          </p15:clr>
        </p15:guide>
        <p15:guide id="100" orient="horz" pos="216">
          <p15:clr>
            <a:srgbClr val="F26B43"/>
          </p15:clr>
        </p15:guide>
        <p15:guide id="101" orient="horz" pos="432">
          <p15:clr>
            <a:srgbClr val="F26B43"/>
          </p15:clr>
        </p15:guide>
        <p15:guide id="102" pos="288">
          <p15:clr>
            <a:srgbClr val="F26B43"/>
          </p15:clr>
        </p15:guide>
        <p15:guide id="103" pos="374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6" Type="http://schemas.openxmlformats.org/officeDocument/2006/relationships/image" Target="../media/image9.png"/><Relationship Id="rId5" Type="http://schemas.openxmlformats.org/officeDocument/2006/relationships/image" Target="../media/image8.png"/><Relationship Id="rId4" Type="http://schemas.openxmlformats.org/officeDocument/2006/relationships/image" Target="../media/image7.emf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5" Type="http://schemas.openxmlformats.org/officeDocument/2006/relationships/image" Target="../media/image10.png"/><Relationship Id="rId4" Type="http://schemas.openxmlformats.org/officeDocument/2006/relationships/image" Target="../media/image7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4" Type="http://schemas.openxmlformats.org/officeDocument/2006/relationships/image" Target="../media/image7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4" Type="http://schemas.openxmlformats.org/officeDocument/2006/relationships/image" Target="../media/image7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7" name="think-cell data - do not delete" hidden="1">
            <a:extLst>
              <a:ext uri="{FF2B5EF4-FFF2-40B4-BE49-F238E27FC236}">
                <a16:creationId xmlns:a16="http://schemas.microsoft.com/office/drawing/2014/main" id="{4B9E220E-A94E-8CD2-9CC5-10AC5B3901D6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630586444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6" progId="TCLayout.ActiveDocument.1">
                  <p:embed/>
                </p:oleObj>
              </mc:Choice>
              <mc:Fallback>
                <p:oleObj name="think-cell Slide" r:id="rId3" imgW="404" imgH="4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05C463-39D3-3B90-5EA4-0E221D08B8A0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49AF27FF-91FD-62DF-46BD-B5D22ABE3D26}"/>
              </a:ext>
            </a:extLst>
          </p:cNvPr>
          <p:cNvGrpSpPr/>
          <p:nvPr/>
        </p:nvGrpSpPr>
        <p:grpSpPr>
          <a:xfrm>
            <a:off x="1482291" y="1684421"/>
            <a:ext cx="3696101" cy="1487986"/>
            <a:chOff x="1482291" y="1684421"/>
            <a:chExt cx="3696101" cy="1487986"/>
          </a:xfrm>
        </p:grpSpPr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CF577C8-6F49-1CEA-5791-DA2BA5AAF05E}"/>
                </a:ext>
              </a:extLst>
            </p:cNvPr>
            <p:cNvSpPr/>
            <p:nvPr/>
          </p:nvSpPr>
          <p:spPr bwMode="gray">
            <a:xfrm>
              <a:off x="1482291" y="1684421"/>
              <a:ext cx="3696101" cy="1487986"/>
            </a:xfrm>
            <a:custGeom>
              <a:avLst/>
              <a:gdLst>
                <a:gd name="csX0" fmla="*/ 0 w 3696101"/>
                <a:gd name="csY0" fmla="*/ 0 h 1487986"/>
                <a:gd name="csX1" fmla="*/ 3696101 w 3696101"/>
                <a:gd name="csY1" fmla="*/ 0 h 1487986"/>
                <a:gd name="csX2" fmla="*/ 3696101 w 3696101"/>
                <a:gd name="csY2" fmla="*/ 552530 h 1487986"/>
                <a:gd name="csX3" fmla="*/ 3685761 w 3696101"/>
                <a:gd name="csY3" fmla="*/ 551487 h 1487986"/>
                <a:gd name="csX4" fmla="*/ 3482915 w 3696101"/>
                <a:gd name="csY4" fmla="*/ 754333 h 1487986"/>
                <a:gd name="csX5" fmla="*/ 3685761 w 3696101"/>
                <a:gd name="csY5" fmla="*/ 957179 h 1487986"/>
                <a:gd name="csX6" fmla="*/ 3696101 w 3696101"/>
                <a:gd name="csY6" fmla="*/ 956137 h 1487986"/>
                <a:gd name="csX7" fmla="*/ 3696101 w 3696101"/>
                <a:gd name="csY7" fmla="*/ 1487986 h 1487986"/>
                <a:gd name="csX8" fmla="*/ 0 w 3696101"/>
                <a:gd name="csY8" fmla="*/ 1487986 h 1487986"/>
                <a:gd name="csX9" fmla="*/ 0 w 3696101"/>
                <a:gd name="csY9" fmla="*/ 956137 h 1487986"/>
                <a:gd name="csX10" fmla="*/ 30541 w 3696101"/>
                <a:gd name="csY10" fmla="*/ 953058 h 1487986"/>
                <a:gd name="csX11" fmla="*/ 192506 w 3696101"/>
                <a:gd name="csY11" fmla="*/ 754333 h 1487986"/>
                <a:gd name="csX12" fmla="*/ 30541 w 3696101"/>
                <a:gd name="csY12" fmla="*/ 555608 h 1487986"/>
                <a:gd name="csX13" fmla="*/ 0 w 3696101"/>
                <a:gd name="csY13" fmla="*/ 552530 h 1487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6101" h="1487986">
                  <a:moveTo>
                    <a:pt x="0" y="0"/>
                  </a:moveTo>
                  <a:lnTo>
                    <a:pt x="3696101" y="0"/>
                  </a:lnTo>
                  <a:lnTo>
                    <a:pt x="3696101" y="552530"/>
                  </a:lnTo>
                  <a:lnTo>
                    <a:pt x="3685761" y="551487"/>
                  </a:lnTo>
                  <a:cubicBezTo>
                    <a:pt x="3573732" y="551487"/>
                    <a:pt x="3482915" y="642304"/>
                    <a:pt x="3482915" y="754333"/>
                  </a:cubicBezTo>
                  <a:cubicBezTo>
                    <a:pt x="3482915" y="866362"/>
                    <a:pt x="3573732" y="957179"/>
                    <a:pt x="3685761" y="957179"/>
                  </a:cubicBezTo>
                  <a:lnTo>
                    <a:pt x="3696101" y="956137"/>
                  </a:lnTo>
                  <a:lnTo>
                    <a:pt x="3696101" y="1487986"/>
                  </a:lnTo>
                  <a:lnTo>
                    <a:pt x="0" y="1487986"/>
                  </a:lnTo>
                  <a:lnTo>
                    <a:pt x="0" y="956137"/>
                  </a:lnTo>
                  <a:lnTo>
                    <a:pt x="30541" y="953058"/>
                  </a:lnTo>
                  <a:cubicBezTo>
                    <a:pt x="122974" y="934143"/>
                    <a:pt x="192506" y="852358"/>
                    <a:pt x="192506" y="754333"/>
                  </a:cubicBezTo>
                  <a:cubicBezTo>
                    <a:pt x="192506" y="656308"/>
                    <a:pt x="122974" y="574523"/>
                    <a:pt x="30541" y="555608"/>
                  </a:cubicBezTo>
                  <a:lnTo>
                    <a:pt x="0" y="552530"/>
                  </a:ln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8862DC07-F5F5-11E1-535E-ABA9B88910AA}"/>
                </a:ext>
              </a:extLst>
            </p:cNvPr>
            <p:cNvSpPr/>
            <p:nvPr/>
          </p:nvSpPr>
          <p:spPr bwMode="gray">
            <a:xfrm>
              <a:off x="1891324" y="1881484"/>
              <a:ext cx="2878034" cy="1093860"/>
            </a:xfrm>
            <a:custGeom>
              <a:avLst/>
              <a:gdLst>
                <a:gd name="csX0" fmla="*/ 159968 w 2878034"/>
                <a:gd name="csY0" fmla="*/ 0 h 1093860"/>
                <a:gd name="csX1" fmla="*/ 320897 w 2878034"/>
                <a:gd name="csY1" fmla="*/ 0 h 1093860"/>
                <a:gd name="csX2" fmla="*/ 2557137 w 2878034"/>
                <a:gd name="csY2" fmla="*/ 0 h 1093860"/>
                <a:gd name="csX3" fmla="*/ 2718066 w 2878034"/>
                <a:gd name="csY3" fmla="*/ 0 h 1093860"/>
                <a:gd name="csX4" fmla="*/ 2878034 w 2878034"/>
                <a:gd name="csY4" fmla="*/ 159968 h 1093860"/>
                <a:gd name="csX5" fmla="*/ 2878034 w 2878034"/>
                <a:gd name="csY5" fmla="*/ 933892 h 1093860"/>
                <a:gd name="csX6" fmla="*/ 2718066 w 2878034"/>
                <a:gd name="csY6" fmla="*/ 1093860 h 1093860"/>
                <a:gd name="csX7" fmla="*/ 2557137 w 2878034"/>
                <a:gd name="csY7" fmla="*/ 1093860 h 1093860"/>
                <a:gd name="csX8" fmla="*/ 320897 w 2878034"/>
                <a:gd name="csY8" fmla="*/ 1093860 h 1093860"/>
                <a:gd name="csX9" fmla="*/ 159968 w 2878034"/>
                <a:gd name="csY9" fmla="*/ 1093860 h 1093860"/>
                <a:gd name="csX10" fmla="*/ 0 w 2878034"/>
                <a:gd name="csY10" fmla="*/ 933892 h 1093860"/>
                <a:gd name="csX11" fmla="*/ 0 w 2878034"/>
                <a:gd name="csY11" fmla="*/ 159968 h 1093860"/>
                <a:gd name="csX12" fmla="*/ 159968 w 2878034"/>
                <a:gd name="csY12" fmla="*/ 0 h 10938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78034" h="1093860">
                  <a:moveTo>
                    <a:pt x="159968" y="0"/>
                  </a:moveTo>
                  <a:lnTo>
                    <a:pt x="320897" y="0"/>
                  </a:lnTo>
                  <a:lnTo>
                    <a:pt x="2557137" y="0"/>
                  </a:lnTo>
                  <a:lnTo>
                    <a:pt x="2718066" y="0"/>
                  </a:lnTo>
                  <a:cubicBezTo>
                    <a:pt x="2718066" y="88349"/>
                    <a:pt x="2789686" y="159968"/>
                    <a:pt x="2878034" y="159968"/>
                  </a:cubicBezTo>
                  <a:lnTo>
                    <a:pt x="2878034" y="933892"/>
                  </a:lnTo>
                  <a:cubicBezTo>
                    <a:pt x="2789686" y="933892"/>
                    <a:pt x="2718066" y="1005512"/>
                    <a:pt x="2718066" y="1093860"/>
                  </a:cubicBezTo>
                  <a:lnTo>
                    <a:pt x="2557137" y="1093860"/>
                  </a:lnTo>
                  <a:lnTo>
                    <a:pt x="320897" y="1093860"/>
                  </a:lnTo>
                  <a:lnTo>
                    <a:pt x="159968" y="1093860"/>
                  </a:lnTo>
                  <a:cubicBezTo>
                    <a:pt x="159968" y="1005512"/>
                    <a:pt x="88348" y="933892"/>
                    <a:pt x="0" y="933892"/>
                  </a:cubicBezTo>
                  <a:lnTo>
                    <a:pt x="0" y="159968"/>
                  </a:lnTo>
                  <a:cubicBezTo>
                    <a:pt x="88348" y="159968"/>
                    <a:pt x="159968" y="88349"/>
                    <a:pt x="159968" y="0"/>
                  </a:cubicBezTo>
                  <a:close/>
                </a:path>
              </a:pathLst>
            </a:custGeom>
            <a:solidFill>
              <a:srgbClr val="DFEAC0"/>
            </a:solidFill>
            <a:ln w="6350" algn="ctr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2000" b="1" dirty="0"/>
                <a:t>KUJI - Unopened</a:t>
              </a:r>
              <a:endParaRPr lang="ko-KR" altLang="en-US" sz="2000" b="1" dirty="0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FD07B28A-8A9A-DAAC-97DC-8AFC5717B33D}"/>
              </a:ext>
            </a:extLst>
          </p:cNvPr>
          <p:cNvGrpSpPr/>
          <p:nvPr/>
        </p:nvGrpSpPr>
        <p:grpSpPr>
          <a:xfrm>
            <a:off x="7087224" y="1684421"/>
            <a:ext cx="3696101" cy="1487986"/>
            <a:chOff x="1482291" y="1684421"/>
            <a:chExt cx="3696101" cy="1487986"/>
          </a:xfrm>
        </p:grpSpPr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9482FE44-BF3E-4568-5EA9-35CBE87BC47B}"/>
                </a:ext>
              </a:extLst>
            </p:cNvPr>
            <p:cNvSpPr/>
            <p:nvPr/>
          </p:nvSpPr>
          <p:spPr bwMode="gray">
            <a:xfrm>
              <a:off x="1482291" y="1684421"/>
              <a:ext cx="3696101" cy="1487986"/>
            </a:xfrm>
            <a:custGeom>
              <a:avLst/>
              <a:gdLst>
                <a:gd name="csX0" fmla="*/ 0 w 3696101"/>
                <a:gd name="csY0" fmla="*/ 0 h 1487986"/>
                <a:gd name="csX1" fmla="*/ 3696101 w 3696101"/>
                <a:gd name="csY1" fmla="*/ 0 h 1487986"/>
                <a:gd name="csX2" fmla="*/ 3696101 w 3696101"/>
                <a:gd name="csY2" fmla="*/ 552530 h 1487986"/>
                <a:gd name="csX3" fmla="*/ 3685761 w 3696101"/>
                <a:gd name="csY3" fmla="*/ 551487 h 1487986"/>
                <a:gd name="csX4" fmla="*/ 3482915 w 3696101"/>
                <a:gd name="csY4" fmla="*/ 754333 h 1487986"/>
                <a:gd name="csX5" fmla="*/ 3685761 w 3696101"/>
                <a:gd name="csY5" fmla="*/ 957179 h 1487986"/>
                <a:gd name="csX6" fmla="*/ 3696101 w 3696101"/>
                <a:gd name="csY6" fmla="*/ 956137 h 1487986"/>
                <a:gd name="csX7" fmla="*/ 3696101 w 3696101"/>
                <a:gd name="csY7" fmla="*/ 1487986 h 1487986"/>
                <a:gd name="csX8" fmla="*/ 0 w 3696101"/>
                <a:gd name="csY8" fmla="*/ 1487986 h 1487986"/>
                <a:gd name="csX9" fmla="*/ 0 w 3696101"/>
                <a:gd name="csY9" fmla="*/ 956137 h 1487986"/>
                <a:gd name="csX10" fmla="*/ 30541 w 3696101"/>
                <a:gd name="csY10" fmla="*/ 953058 h 1487986"/>
                <a:gd name="csX11" fmla="*/ 192506 w 3696101"/>
                <a:gd name="csY11" fmla="*/ 754333 h 1487986"/>
                <a:gd name="csX12" fmla="*/ 30541 w 3696101"/>
                <a:gd name="csY12" fmla="*/ 555608 h 1487986"/>
                <a:gd name="csX13" fmla="*/ 0 w 3696101"/>
                <a:gd name="csY13" fmla="*/ 552530 h 1487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6101" h="1487986">
                  <a:moveTo>
                    <a:pt x="0" y="0"/>
                  </a:moveTo>
                  <a:lnTo>
                    <a:pt x="3696101" y="0"/>
                  </a:lnTo>
                  <a:lnTo>
                    <a:pt x="3696101" y="552530"/>
                  </a:lnTo>
                  <a:lnTo>
                    <a:pt x="3685761" y="551487"/>
                  </a:lnTo>
                  <a:cubicBezTo>
                    <a:pt x="3573732" y="551487"/>
                    <a:pt x="3482915" y="642304"/>
                    <a:pt x="3482915" y="754333"/>
                  </a:cubicBezTo>
                  <a:cubicBezTo>
                    <a:pt x="3482915" y="866362"/>
                    <a:pt x="3573732" y="957179"/>
                    <a:pt x="3685761" y="957179"/>
                  </a:cubicBezTo>
                  <a:lnTo>
                    <a:pt x="3696101" y="956137"/>
                  </a:lnTo>
                  <a:lnTo>
                    <a:pt x="3696101" y="1487986"/>
                  </a:lnTo>
                  <a:lnTo>
                    <a:pt x="0" y="1487986"/>
                  </a:lnTo>
                  <a:lnTo>
                    <a:pt x="0" y="956137"/>
                  </a:lnTo>
                  <a:lnTo>
                    <a:pt x="30541" y="953058"/>
                  </a:lnTo>
                  <a:cubicBezTo>
                    <a:pt x="122974" y="934143"/>
                    <a:pt x="192506" y="852358"/>
                    <a:pt x="192506" y="754333"/>
                  </a:cubicBezTo>
                  <a:cubicBezTo>
                    <a:pt x="192506" y="656308"/>
                    <a:pt x="122974" y="574523"/>
                    <a:pt x="30541" y="555608"/>
                  </a:cubicBezTo>
                  <a:lnTo>
                    <a:pt x="0" y="552530"/>
                  </a:ln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D71DB3BE-E811-EE50-378C-25B5EED23735}"/>
                </a:ext>
              </a:extLst>
            </p:cNvPr>
            <p:cNvSpPr/>
            <p:nvPr/>
          </p:nvSpPr>
          <p:spPr bwMode="gray">
            <a:xfrm>
              <a:off x="1891324" y="1881484"/>
              <a:ext cx="2878034" cy="1093860"/>
            </a:xfrm>
            <a:custGeom>
              <a:avLst/>
              <a:gdLst>
                <a:gd name="csX0" fmla="*/ 159968 w 2878034"/>
                <a:gd name="csY0" fmla="*/ 0 h 1093860"/>
                <a:gd name="csX1" fmla="*/ 320897 w 2878034"/>
                <a:gd name="csY1" fmla="*/ 0 h 1093860"/>
                <a:gd name="csX2" fmla="*/ 2557137 w 2878034"/>
                <a:gd name="csY2" fmla="*/ 0 h 1093860"/>
                <a:gd name="csX3" fmla="*/ 2718066 w 2878034"/>
                <a:gd name="csY3" fmla="*/ 0 h 1093860"/>
                <a:gd name="csX4" fmla="*/ 2878034 w 2878034"/>
                <a:gd name="csY4" fmla="*/ 159968 h 1093860"/>
                <a:gd name="csX5" fmla="*/ 2878034 w 2878034"/>
                <a:gd name="csY5" fmla="*/ 933892 h 1093860"/>
                <a:gd name="csX6" fmla="*/ 2718066 w 2878034"/>
                <a:gd name="csY6" fmla="*/ 1093860 h 1093860"/>
                <a:gd name="csX7" fmla="*/ 2557137 w 2878034"/>
                <a:gd name="csY7" fmla="*/ 1093860 h 1093860"/>
                <a:gd name="csX8" fmla="*/ 320897 w 2878034"/>
                <a:gd name="csY8" fmla="*/ 1093860 h 1093860"/>
                <a:gd name="csX9" fmla="*/ 159968 w 2878034"/>
                <a:gd name="csY9" fmla="*/ 1093860 h 1093860"/>
                <a:gd name="csX10" fmla="*/ 0 w 2878034"/>
                <a:gd name="csY10" fmla="*/ 933892 h 1093860"/>
                <a:gd name="csX11" fmla="*/ 0 w 2878034"/>
                <a:gd name="csY11" fmla="*/ 159968 h 1093860"/>
                <a:gd name="csX12" fmla="*/ 159968 w 2878034"/>
                <a:gd name="csY12" fmla="*/ 0 h 10938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78034" h="1093860">
                  <a:moveTo>
                    <a:pt x="159968" y="0"/>
                  </a:moveTo>
                  <a:lnTo>
                    <a:pt x="320897" y="0"/>
                  </a:lnTo>
                  <a:lnTo>
                    <a:pt x="2557137" y="0"/>
                  </a:lnTo>
                  <a:lnTo>
                    <a:pt x="2718066" y="0"/>
                  </a:lnTo>
                  <a:cubicBezTo>
                    <a:pt x="2718066" y="88349"/>
                    <a:pt x="2789686" y="159968"/>
                    <a:pt x="2878034" y="159968"/>
                  </a:cubicBezTo>
                  <a:lnTo>
                    <a:pt x="2878034" y="933892"/>
                  </a:lnTo>
                  <a:cubicBezTo>
                    <a:pt x="2789686" y="933892"/>
                    <a:pt x="2718066" y="1005512"/>
                    <a:pt x="2718066" y="1093860"/>
                  </a:cubicBezTo>
                  <a:lnTo>
                    <a:pt x="2557137" y="1093860"/>
                  </a:lnTo>
                  <a:lnTo>
                    <a:pt x="320897" y="1093860"/>
                  </a:lnTo>
                  <a:lnTo>
                    <a:pt x="159968" y="1093860"/>
                  </a:lnTo>
                  <a:cubicBezTo>
                    <a:pt x="159968" y="1005512"/>
                    <a:pt x="88348" y="933892"/>
                    <a:pt x="0" y="933892"/>
                  </a:cubicBezTo>
                  <a:lnTo>
                    <a:pt x="0" y="159968"/>
                  </a:lnTo>
                  <a:cubicBezTo>
                    <a:pt x="88348" y="159968"/>
                    <a:pt x="159968" y="88349"/>
                    <a:pt x="159968" y="0"/>
                  </a:cubicBezTo>
                  <a:close/>
                </a:path>
              </a:pathLst>
            </a:custGeom>
            <a:solidFill>
              <a:schemeClr val="bg2"/>
            </a:solidFill>
            <a:ln w="6350" algn="ctr">
              <a:noFill/>
              <a:prstDash val="dash"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2000" b="1" dirty="0"/>
                <a:t>KUJI - Opened</a:t>
              </a:r>
              <a:endParaRPr lang="ko-KR" altLang="en-US" sz="2000" b="1" dirty="0"/>
            </a:p>
          </p:txBody>
        </p:sp>
      </p:grpSp>
      <p:pic>
        <p:nvPicPr>
          <p:cNvPr id="27" name="Picture 26">
            <a:extLst>
              <a:ext uri="{FF2B5EF4-FFF2-40B4-BE49-F238E27FC236}">
                <a16:creationId xmlns:a16="http://schemas.microsoft.com/office/drawing/2014/main" id="{B35BE168-DF76-3AC7-D007-3375F202E4D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82735" y="3626495"/>
            <a:ext cx="3694496" cy="1487553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35DC3EF9-3462-529C-AEA4-2AE163C7C8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79795" y="3626496"/>
            <a:ext cx="3694496" cy="14875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8241966"/>
      </p:ext>
    </p:extLst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9E11D8-6ADC-7AF8-F8A5-CB25E3EE84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1376A4EB-3EDB-F70F-84E2-EA4627A397BA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1256158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6" progId="TCLayout.ActiveDocument.1">
                  <p:embed/>
                </p:oleObj>
              </mc:Choice>
              <mc:Fallback>
                <p:oleObj name="think-cell Slide" r:id="rId3" imgW="404" imgH="406" progId="TCLayout.ActiveDocument.1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CA6AA5-53C3-A0AE-EBBF-A30C09410A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19CF767-903A-CF5C-1B60-668CB7FEDC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13270" y="1759263"/>
            <a:ext cx="3804818" cy="1531625"/>
          </a:xfrm>
          <a:prstGeom prst="rect">
            <a:avLst/>
          </a:prstGeom>
        </p:spPr>
      </p:pic>
      <p:grpSp>
        <p:nvGrpSpPr>
          <p:cNvPr id="20" name="그룹 19">
            <a:extLst>
              <a:ext uri="{FF2B5EF4-FFF2-40B4-BE49-F238E27FC236}">
                <a16:creationId xmlns:a16="http://schemas.microsoft.com/office/drawing/2014/main" id="{1A3B0819-F5BD-2332-E87C-62C3F6CD89F5}"/>
              </a:ext>
            </a:extLst>
          </p:cNvPr>
          <p:cNvGrpSpPr/>
          <p:nvPr/>
        </p:nvGrpSpPr>
        <p:grpSpPr>
          <a:xfrm>
            <a:off x="677717" y="2434934"/>
            <a:ext cx="3697200" cy="1486800"/>
            <a:chOff x="677717" y="2434934"/>
            <a:chExt cx="3697200" cy="1486800"/>
          </a:xfrm>
        </p:grpSpPr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660E7A5F-BBB9-118D-9595-1C98E67241E7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9A678E3F-1816-5204-CD17-9FBACD85DA5C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D529AB05-0E9C-002C-1BAF-FAF520F629E1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A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D632847A-17CF-6857-54F4-F42BDDDF8E7F}"/>
                </a:ext>
              </a:extLst>
            </p:cNvPr>
            <p:cNvSpPr/>
            <p:nvPr/>
          </p:nvSpPr>
          <p:spPr bwMode="gray">
            <a:xfrm>
              <a:off x="1958153" y="2714920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기노모토</a:t>
              </a: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사쿠라 피규어</a:t>
              </a:r>
              <a:endPara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-</a:t>
              </a: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사쿠라 </a:t>
              </a: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카드편</a:t>
              </a:r>
              <a:r>
                <a:rPr lang="en-US" altLang="ko-KR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-</a:t>
              </a:r>
              <a:endPara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122464491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BA396D-978C-B7B5-508F-2FFAF8B181B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F4B91352-8B66-7D27-5547-413E99463F9E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6" progId="TCLayout.ActiveDocument.1">
                  <p:embed/>
                </p:oleObj>
              </mc:Choice>
              <mc:Fallback>
                <p:oleObj name="think-cell Slide" r:id="rId3" imgW="404" imgH="4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1376A4EB-3EDB-F70F-84E2-EA4627A397B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359630F-C248-680C-8762-EFF4A854548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19558E47-1AFB-9921-28D4-9943390AF1CF}"/>
              </a:ext>
            </a:extLst>
          </p:cNvPr>
          <p:cNvGrpSpPr/>
          <p:nvPr/>
        </p:nvGrpSpPr>
        <p:grpSpPr>
          <a:xfrm>
            <a:off x="576117" y="1190334"/>
            <a:ext cx="3697200" cy="1486800"/>
            <a:chOff x="677717" y="2434934"/>
            <a:chExt cx="3697200" cy="1486800"/>
          </a:xfrm>
        </p:grpSpPr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FB923340-8BF0-93FB-5592-79F129428429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5136F9A7-FC95-389B-A409-BBE43FDFA630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551EA3B0-94DC-889F-0A9B-B06EDC3A70E9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A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BCCD341E-C2EA-8725-6EA0-0A443D99CBBA}"/>
                </a:ext>
              </a:extLst>
            </p:cNvPr>
            <p:cNvSpPr/>
            <p:nvPr/>
          </p:nvSpPr>
          <p:spPr bwMode="gray">
            <a:xfrm>
              <a:off x="197720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기노모토</a:t>
              </a: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사쿠라 피규어</a:t>
              </a:r>
              <a:endPara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-</a:t>
              </a: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사쿠라 </a:t>
              </a: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카드편</a:t>
              </a:r>
              <a:r>
                <a:rPr lang="en-US" altLang="ko-KR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-</a:t>
              </a:r>
              <a:endPara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7E4BD747-62B7-7706-D387-4E927ED812BD}"/>
              </a:ext>
            </a:extLst>
          </p:cNvPr>
          <p:cNvGrpSpPr/>
          <p:nvPr/>
        </p:nvGrpSpPr>
        <p:grpSpPr>
          <a:xfrm>
            <a:off x="4748067" y="1190334"/>
            <a:ext cx="3697200" cy="1486800"/>
            <a:chOff x="677717" y="2434934"/>
            <a:chExt cx="3697200" cy="1486800"/>
          </a:xfrm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208E7552-8E85-AE03-DE25-441D69A84EE0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44E08EBE-7250-0EED-50A4-34C16F0754FF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ADB7A896-F668-DB39-FB40-15B151E77A83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66499745-039F-4ABB-FEA2-14EEE1EB1D81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봉인 지팡이 </a:t>
              </a:r>
              <a:endPara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메이크업 </a:t>
              </a: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브러쉬</a:t>
              </a:r>
              <a:endPara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A0932A79-37C6-3F40-F71A-36E69C6BC1BB}"/>
              </a:ext>
            </a:extLst>
          </p:cNvPr>
          <p:cNvGrpSpPr/>
          <p:nvPr/>
        </p:nvGrpSpPr>
        <p:grpSpPr>
          <a:xfrm>
            <a:off x="557147" y="3034691"/>
            <a:ext cx="3697200" cy="1486800"/>
            <a:chOff x="677717" y="2434934"/>
            <a:chExt cx="3697200" cy="1486800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9EA0F0FA-BA03-93F3-2530-1B1C92941B3E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A672F243-07C3-55A3-F0C1-6BC7E675D2E1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84F05F97-77F8-4843-8644-857FAC8ABAE1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C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1BAD280A-C202-8029-D615-7C11725BEB91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머그컵</a:t>
              </a:r>
              <a:endParaRPr lang="ko-KR" altLang="en-US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AE3B9825-AEC7-4D35-0394-6FA64DACFF47}"/>
              </a:ext>
            </a:extLst>
          </p:cNvPr>
          <p:cNvGrpSpPr/>
          <p:nvPr/>
        </p:nvGrpSpPr>
        <p:grpSpPr>
          <a:xfrm>
            <a:off x="4748067" y="3362934"/>
            <a:ext cx="3697200" cy="1486800"/>
            <a:chOff x="677717" y="2434934"/>
            <a:chExt cx="3697200" cy="1486800"/>
          </a:xfrm>
        </p:grpSpPr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70A2C8F7-013D-BFF8-FE3E-9F57A18B99AB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4B2B94C5-7049-F578-08B7-82EBBACDEF1F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AA20E2E-B28E-AA44-7435-F40C2B79990B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351BB8B9-C6AA-5839-1139-1C0212153C40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컴팩트</a:t>
              </a: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미러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6FEC1667-D3E9-3CC5-9531-1EB7E8F553D1}"/>
              </a:ext>
            </a:extLst>
          </p:cNvPr>
          <p:cNvGrpSpPr/>
          <p:nvPr/>
        </p:nvGrpSpPr>
        <p:grpSpPr>
          <a:xfrm>
            <a:off x="8691417" y="1190334"/>
            <a:ext cx="3697200" cy="1486800"/>
            <a:chOff x="677717" y="2434934"/>
            <a:chExt cx="3697200" cy="1486800"/>
          </a:xfrm>
        </p:grpSpPr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57D72888-E58C-0FB9-958B-D28BA6CD33F6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18BBDBB3-B15F-06F5-738B-9D536B840423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98B7A1D0-85D8-5770-3F5D-75FF6A0D6D93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E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CF905C86-A55B-0071-128B-7849F6082F8A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식기 컬렉션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42B3B1D8-7CEE-D0FC-2D7F-71AFB6EC8B79}"/>
              </a:ext>
            </a:extLst>
          </p:cNvPr>
          <p:cNvGrpSpPr/>
          <p:nvPr/>
        </p:nvGrpSpPr>
        <p:grpSpPr>
          <a:xfrm>
            <a:off x="8691417" y="3362934"/>
            <a:ext cx="3697200" cy="1486800"/>
            <a:chOff x="677717" y="2434934"/>
            <a:chExt cx="3697200" cy="1486800"/>
          </a:xfrm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95ADB560-8CA0-BCB0-47A1-2AE467B6EF77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654767E5-1825-D795-82A4-0F201102730B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89421513-3987-073C-51D5-F47AD22A1120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F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0A3ADE63-66E1-716D-1213-50B8F80F84D1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디포르메</a:t>
              </a:r>
              <a:endParaRPr lang="en-US" altLang="ko-KR" sz="16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아크릴 스탠드</a:t>
              </a: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F7358D3C-2890-E066-C5ED-9A45B6ED24F5}"/>
              </a:ext>
            </a:extLst>
          </p:cNvPr>
          <p:cNvGrpSpPr/>
          <p:nvPr/>
        </p:nvGrpSpPr>
        <p:grpSpPr>
          <a:xfrm>
            <a:off x="4748067" y="5074086"/>
            <a:ext cx="3697200" cy="1486800"/>
            <a:chOff x="677717" y="2434934"/>
            <a:chExt cx="3697200" cy="1486800"/>
          </a:xfrm>
        </p:grpSpPr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9553FB6F-AE9B-9601-122B-167F74A661E6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1A217229-AAA0-D821-A105-42E693F1753F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5ECEF5B3-8BFE-C1F3-4CC2-21EFEEEB212A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G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E9EA55D9-79E1-826F-194D-300FE7B25002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문구 컬렉션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6CC3EBDC-6C1E-8F4C-121E-481FF9B364D3}"/>
              </a:ext>
            </a:extLst>
          </p:cNvPr>
          <p:cNvGrpSpPr/>
          <p:nvPr/>
        </p:nvGrpSpPr>
        <p:grpSpPr>
          <a:xfrm>
            <a:off x="8691417" y="5074086"/>
            <a:ext cx="3697200" cy="1486800"/>
            <a:chOff x="677717" y="2434934"/>
            <a:chExt cx="3697200" cy="1486800"/>
          </a:xfrm>
        </p:grpSpPr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62CE1419-2047-55D0-1D76-0AAA421EDD3E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3BEEA5E4-CEDE-A4CA-09FA-AD4F9643053F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CBEDC5ED-E6ED-0689-2C02-8653F6766CDF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H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38A3EFCB-B2DD-5F01-ACD1-38E437702460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sz="16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고무 컬렉션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5E87E4CB-5560-189C-B6F5-9DC04A3A4F6F}"/>
              </a:ext>
            </a:extLst>
          </p:cNvPr>
          <p:cNvGrpSpPr/>
          <p:nvPr/>
        </p:nvGrpSpPr>
        <p:grpSpPr>
          <a:xfrm>
            <a:off x="557147" y="4961515"/>
            <a:ext cx="3697200" cy="1486800"/>
            <a:chOff x="677717" y="2434934"/>
            <a:chExt cx="3697200" cy="1486800"/>
          </a:xfrm>
        </p:grpSpPr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02DE22DF-0EC4-9EEF-ED85-A732DC352E2C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CF304C0A-A91B-1CB5-EA65-91EEE0DE0CFE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tx1"/>
              </a:solidFill>
              <a:prstDash val="lgDashDot"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카드캡터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사쿠라 </a:t>
              </a: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쿠지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클리어 </a:t>
              </a: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카드편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57" name="Group 22">
            <a:extLst>
              <a:ext uri="{FF2B5EF4-FFF2-40B4-BE49-F238E27FC236}">
                <a16:creationId xmlns:a16="http://schemas.microsoft.com/office/drawing/2014/main" id="{E7556074-D1EF-8EBC-A8D3-A89D15F22AFD}"/>
              </a:ext>
            </a:extLst>
          </p:cNvPr>
          <p:cNvGrpSpPr/>
          <p:nvPr/>
        </p:nvGrpSpPr>
        <p:grpSpPr>
          <a:xfrm>
            <a:off x="1948788" y="2293679"/>
            <a:ext cx="3696101" cy="1487986"/>
            <a:chOff x="1482291" y="1684421"/>
            <a:chExt cx="3696101" cy="1487986"/>
          </a:xfrm>
        </p:grpSpPr>
        <p:sp>
          <p:nvSpPr>
            <p:cNvPr id="58" name="Freeform: Shape 11">
              <a:extLst>
                <a:ext uri="{FF2B5EF4-FFF2-40B4-BE49-F238E27FC236}">
                  <a16:creationId xmlns:a16="http://schemas.microsoft.com/office/drawing/2014/main" id="{92569624-36CA-6CA2-5CC0-A86EEF5FEDD3}"/>
                </a:ext>
              </a:extLst>
            </p:cNvPr>
            <p:cNvSpPr/>
            <p:nvPr/>
          </p:nvSpPr>
          <p:spPr bwMode="gray">
            <a:xfrm>
              <a:off x="1482291" y="1684421"/>
              <a:ext cx="3696101" cy="1487986"/>
            </a:xfrm>
            <a:custGeom>
              <a:avLst/>
              <a:gdLst>
                <a:gd name="csX0" fmla="*/ 0 w 3696101"/>
                <a:gd name="csY0" fmla="*/ 0 h 1487986"/>
                <a:gd name="csX1" fmla="*/ 3696101 w 3696101"/>
                <a:gd name="csY1" fmla="*/ 0 h 1487986"/>
                <a:gd name="csX2" fmla="*/ 3696101 w 3696101"/>
                <a:gd name="csY2" fmla="*/ 552530 h 1487986"/>
                <a:gd name="csX3" fmla="*/ 3685761 w 3696101"/>
                <a:gd name="csY3" fmla="*/ 551487 h 1487986"/>
                <a:gd name="csX4" fmla="*/ 3482915 w 3696101"/>
                <a:gd name="csY4" fmla="*/ 754333 h 1487986"/>
                <a:gd name="csX5" fmla="*/ 3685761 w 3696101"/>
                <a:gd name="csY5" fmla="*/ 957179 h 1487986"/>
                <a:gd name="csX6" fmla="*/ 3696101 w 3696101"/>
                <a:gd name="csY6" fmla="*/ 956137 h 1487986"/>
                <a:gd name="csX7" fmla="*/ 3696101 w 3696101"/>
                <a:gd name="csY7" fmla="*/ 1487986 h 1487986"/>
                <a:gd name="csX8" fmla="*/ 0 w 3696101"/>
                <a:gd name="csY8" fmla="*/ 1487986 h 1487986"/>
                <a:gd name="csX9" fmla="*/ 0 w 3696101"/>
                <a:gd name="csY9" fmla="*/ 956137 h 1487986"/>
                <a:gd name="csX10" fmla="*/ 30541 w 3696101"/>
                <a:gd name="csY10" fmla="*/ 953058 h 1487986"/>
                <a:gd name="csX11" fmla="*/ 192506 w 3696101"/>
                <a:gd name="csY11" fmla="*/ 754333 h 1487986"/>
                <a:gd name="csX12" fmla="*/ 30541 w 3696101"/>
                <a:gd name="csY12" fmla="*/ 555608 h 1487986"/>
                <a:gd name="csX13" fmla="*/ 0 w 3696101"/>
                <a:gd name="csY13" fmla="*/ 552530 h 1487986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6101" h="1487986">
                  <a:moveTo>
                    <a:pt x="0" y="0"/>
                  </a:moveTo>
                  <a:lnTo>
                    <a:pt x="3696101" y="0"/>
                  </a:lnTo>
                  <a:lnTo>
                    <a:pt x="3696101" y="552530"/>
                  </a:lnTo>
                  <a:lnTo>
                    <a:pt x="3685761" y="551487"/>
                  </a:lnTo>
                  <a:cubicBezTo>
                    <a:pt x="3573732" y="551487"/>
                    <a:pt x="3482915" y="642304"/>
                    <a:pt x="3482915" y="754333"/>
                  </a:cubicBezTo>
                  <a:cubicBezTo>
                    <a:pt x="3482915" y="866362"/>
                    <a:pt x="3573732" y="957179"/>
                    <a:pt x="3685761" y="957179"/>
                  </a:cubicBezTo>
                  <a:lnTo>
                    <a:pt x="3696101" y="956137"/>
                  </a:lnTo>
                  <a:lnTo>
                    <a:pt x="3696101" y="1487986"/>
                  </a:lnTo>
                  <a:lnTo>
                    <a:pt x="0" y="1487986"/>
                  </a:lnTo>
                  <a:lnTo>
                    <a:pt x="0" y="956137"/>
                  </a:lnTo>
                  <a:lnTo>
                    <a:pt x="30541" y="953058"/>
                  </a:lnTo>
                  <a:cubicBezTo>
                    <a:pt x="122974" y="934143"/>
                    <a:pt x="192506" y="852358"/>
                    <a:pt x="192506" y="754333"/>
                  </a:cubicBezTo>
                  <a:cubicBezTo>
                    <a:pt x="192506" y="656308"/>
                    <a:pt x="122974" y="574523"/>
                    <a:pt x="30541" y="555608"/>
                  </a:cubicBezTo>
                  <a:lnTo>
                    <a:pt x="0" y="552530"/>
                  </a:lnTo>
                  <a:close/>
                </a:path>
              </a:pathLst>
            </a:custGeom>
            <a:solidFill>
              <a:schemeClr val="accent6">
                <a:lumMod val="90000"/>
              </a:schemeClr>
            </a:solidFill>
            <a:ln w="19050" algn="ctr">
              <a:noFill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9" name="Freeform: Shape 21">
              <a:extLst>
                <a:ext uri="{FF2B5EF4-FFF2-40B4-BE49-F238E27FC236}">
                  <a16:creationId xmlns:a16="http://schemas.microsoft.com/office/drawing/2014/main" id="{69469B89-C8D2-0EC6-A0B4-EDB3B9AE7AC8}"/>
                </a:ext>
              </a:extLst>
            </p:cNvPr>
            <p:cNvSpPr/>
            <p:nvPr/>
          </p:nvSpPr>
          <p:spPr bwMode="gray">
            <a:xfrm>
              <a:off x="1891324" y="1881484"/>
              <a:ext cx="2878034" cy="1093860"/>
            </a:xfrm>
            <a:custGeom>
              <a:avLst/>
              <a:gdLst>
                <a:gd name="csX0" fmla="*/ 159968 w 2878034"/>
                <a:gd name="csY0" fmla="*/ 0 h 1093860"/>
                <a:gd name="csX1" fmla="*/ 320897 w 2878034"/>
                <a:gd name="csY1" fmla="*/ 0 h 1093860"/>
                <a:gd name="csX2" fmla="*/ 2557137 w 2878034"/>
                <a:gd name="csY2" fmla="*/ 0 h 1093860"/>
                <a:gd name="csX3" fmla="*/ 2718066 w 2878034"/>
                <a:gd name="csY3" fmla="*/ 0 h 1093860"/>
                <a:gd name="csX4" fmla="*/ 2878034 w 2878034"/>
                <a:gd name="csY4" fmla="*/ 159968 h 1093860"/>
                <a:gd name="csX5" fmla="*/ 2878034 w 2878034"/>
                <a:gd name="csY5" fmla="*/ 933892 h 1093860"/>
                <a:gd name="csX6" fmla="*/ 2718066 w 2878034"/>
                <a:gd name="csY6" fmla="*/ 1093860 h 1093860"/>
                <a:gd name="csX7" fmla="*/ 2557137 w 2878034"/>
                <a:gd name="csY7" fmla="*/ 1093860 h 1093860"/>
                <a:gd name="csX8" fmla="*/ 320897 w 2878034"/>
                <a:gd name="csY8" fmla="*/ 1093860 h 1093860"/>
                <a:gd name="csX9" fmla="*/ 159968 w 2878034"/>
                <a:gd name="csY9" fmla="*/ 1093860 h 1093860"/>
                <a:gd name="csX10" fmla="*/ 0 w 2878034"/>
                <a:gd name="csY10" fmla="*/ 933892 h 1093860"/>
                <a:gd name="csX11" fmla="*/ 0 w 2878034"/>
                <a:gd name="csY11" fmla="*/ 159968 h 1093860"/>
                <a:gd name="csX12" fmla="*/ 159968 w 2878034"/>
                <a:gd name="csY12" fmla="*/ 0 h 109386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</a:cxnLst>
              <a:rect l="l" t="t" r="r" b="b"/>
              <a:pathLst>
                <a:path w="2878034" h="1093860">
                  <a:moveTo>
                    <a:pt x="159968" y="0"/>
                  </a:moveTo>
                  <a:lnTo>
                    <a:pt x="320897" y="0"/>
                  </a:lnTo>
                  <a:lnTo>
                    <a:pt x="2557137" y="0"/>
                  </a:lnTo>
                  <a:lnTo>
                    <a:pt x="2718066" y="0"/>
                  </a:lnTo>
                  <a:cubicBezTo>
                    <a:pt x="2718066" y="88349"/>
                    <a:pt x="2789686" y="159968"/>
                    <a:pt x="2878034" y="159968"/>
                  </a:cubicBezTo>
                  <a:lnTo>
                    <a:pt x="2878034" y="933892"/>
                  </a:lnTo>
                  <a:cubicBezTo>
                    <a:pt x="2789686" y="933892"/>
                    <a:pt x="2718066" y="1005512"/>
                    <a:pt x="2718066" y="1093860"/>
                  </a:cubicBezTo>
                  <a:lnTo>
                    <a:pt x="2557137" y="1093860"/>
                  </a:lnTo>
                  <a:lnTo>
                    <a:pt x="320897" y="1093860"/>
                  </a:lnTo>
                  <a:lnTo>
                    <a:pt x="159968" y="1093860"/>
                  </a:lnTo>
                  <a:cubicBezTo>
                    <a:pt x="159968" y="1005512"/>
                    <a:pt x="88348" y="933892"/>
                    <a:pt x="0" y="933892"/>
                  </a:cubicBezTo>
                  <a:lnTo>
                    <a:pt x="0" y="159968"/>
                  </a:lnTo>
                  <a:cubicBezTo>
                    <a:pt x="88348" y="159968"/>
                    <a:pt x="159968" y="88349"/>
                    <a:pt x="159968" y="0"/>
                  </a:cubicBezTo>
                  <a:close/>
                </a:path>
              </a:pathLst>
            </a:custGeom>
            <a:solidFill>
              <a:srgbClr val="DFEAC0"/>
            </a:solidFill>
            <a:ln w="6350" algn="ctr">
              <a:solidFill>
                <a:schemeClr val="tx1"/>
              </a:solidFill>
              <a:prstDash val="dash"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2000" b="1" dirty="0"/>
                <a:t>KUJI - Unopened</a:t>
              </a:r>
              <a:endParaRPr lang="ko-KR" altLang="en-US" sz="2000" b="1" dirty="0"/>
            </a:p>
          </p:txBody>
        </p:sp>
      </p:grpSp>
    </p:spTree>
    <p:extLst>
      <p:ext uri="{BB962C8B-B14F-4D97-AF65-F5344CB8AC3E}">
        <p14:creationId xmlns:p14="http://schemas.microsoft.com/office/powerpoint/2010/main" val="842157254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B8E94-C990-B105-73E8-45CE4F618D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" name="think-cell data - do not delete" hidden="1">
            <a:extLst>
              <a:ext uri="{FF2B5EF4-FFF2-40B4-BE49-F238E27FC236}">
                <a16:creationId xmlns:a16="http://schemas.microsoft.com/office/drawing/2014/main" id="{C7FAA515-2606-ED46-FA63-2153D6B37E49}"/>
              </a:ext>
            </a:extLst>
          </p:cNvPr>
          <p:cNvGraphicFramePr>
            <a:graphicFrameLocks noChangeAspect="1"/>
          </p:cNvGraphicFramePr>
          <p:nvPr>
            <p:custDataLst>
              <p:tags r:id="rId1"/>
            </p:custData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404" imgH="406" progId="TCLayout.ActiveDocument.1">
                  <p:embed/>
                </p:oleObj>
              </mc:Choice>
              <mc:Fallback>
                <p:oleObj name="think-cell Slide" r:id="rId3" imgW="404" imgH="406" progId="TCLayout.ActiveDocument.1">
                  <p:embed/>
                  <p:pic>
                    <p:nvPicPr>
                      <p:cNvPr id="9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F4B91352-8B66-7D27-5547-413E99463F9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0111AA1-DA2D-CE45-0621-B4612DE552E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ko-KR" altLang="en-US"/>
          </a:p>
        </p:txBody>
      </p:sp>
      <p:grpSp>
        <p:nvGrpSpPr>
          <p:cNvPr id="20" name="그룹 19">
            <a:extLst>
              <a:ext uri="{FF2B5EF4-FFF2-40B4-BE49-F238E27FC236}">
                <a16:creationId xmlns:a16="http://schemas.microsoft.com/office/drawing/2014/main" id="{BC9FC979-3B49-FF57-1B7E-C5ED8B0F464F}"/>
              </a:ext>
            </a:extLst>
          </p:cNvPr>
          <p:cNvGrpSpPr/>
          <p:nvPr/>
        </p:nvGrpSpPr>
        <p:grpSpPr>
          <a:xfrm>
            <a:off x="576117" y="1190334"/>
            <a:ext cx="3697200" cy="1486800"/>
            <a:chOff x="677717" y="2434934"/>
            <a:chExt cx="3697200" cy="1486800"/>
          </a:xfrm>
        </p:grpSpPr>
        <p:sp>
          <p:nvSpPr>
            <p:cNvPr id="10" name="자유형: 도형 9">
              <a:extLst>
                <a:ext uri="{FF2B5EF4-FFF2-40B4-BE49-F238E27FC236}">
                  <a16:creationId xmlns:a16="http://schemas.microsoft.com/office/drawing/2014/main" id="{521877BA-8433-14C1-B633-2D6D42B0C5D1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7" name="자유형: 도형 16">
              <a:extLst>
                <a:ext uri="{FF2B5EF4-FFF2-40B4-BE49-F238E27FC236}">
                  <a16:creationId xmlns:a16="http://schemas.microsoft.com/office/drawing/2014/main" id="{213FF5EE-6418-2634-25FC-15DB2DC2E027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8" name="직사각형 17">
              <a:extLst>
                <a:ext uri="{FF2B5EF4-FFF2-40B4-BE49-F238E27FC236}">
                  <a16:creationId xmlns:a16="http://schemas.microsoft.com/office/drawing/2014/main" id="{621C4643-7D0B-61C0-1E94-6158C2C66317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A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19" name="직사각형 18">
              <a:extLst>
                <a:ext uri="{FF2B5EF4-FFF2-40B4-BE49-F238E27FC236}">
                  <a16:creationId xmlns:a16="http://schemas.microsoft.com/office/drawing/2014/main" id="{01B64BB3-9D18-A917-1DCC-0F8FCAA17F1D}"/>
                </a:ext>
              </a:extLst>
            </p:cNvPr>
            <p:cNvSpPr/>
            <p:nvPr/>
          </p:nvSpPr>
          <p:spPr bwMode="gray">
            <a:xfrm>
              <a:off x="197720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헤드폰</a:t>
              </a:r>
            </a:p>
          </p:txBody>
        </p:sp>
      </p:grpSp>
      <p:grpSp>
        <p:nvGrpSpPr>
          <p:cNvPr id="2" name="그룹 1">
            <a:extLst>
              <a:ext uri="{FF2B5EF4-FFF2-40B4-BE49-F238E27FC236}">
                <a16:creationId xmlns:a16="http://schemas.microsoft.com/office/drawing/2014/main" id="{AD0778F4-C6C7-97FE-26B0-92DC80CAF5DC}"/>
              </a:ext>
            </a:extLst>
          </p:cNvPr>
          <p:cNvGrpSpPr/>
          <p:nvPr/>
        </p:nvGrpSpPr>
        <p:grpSpPr>
          <a:xfrm>
            <a:off x="4748067" y="1190334"/>
            <a:ext cx="3697200" cy="1486800"/>
            <a:chOff x="677717" y="2434934"/>
            <a:chExt cx="3697200" cy="1486800"/>
          </a:xfrm>
        </p:grpSpPr>
        <p:sp>
          <p:nvSpPr>
            <p:cNvPr id="5" name="자유형: 도형 4">
              <a:extLst>
                <a:ext uri="{FF2B5EF4-FFF2-40B4-BE49-F238E27FC236}">
                  <a16:creationId xmlns:a16="http://schemas.microsoft.com/office/drawing/2014/main" id="{362DD5EB-7512-1080-E6E7-522E1D3FACFE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" name="자유형: 도형 5">
              <a:extLst>
                <a:ext uri="{FF2B5EF4-FFF2-40B4-BE49-F238E27FC236}">
                  <a16:creationId xmlns:a16="http://schemas.microsoft.com/office/drawing/2014/main" id="{EA761B4A-2E6F-BCEF-228C-1AFFA9282254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7" name="직사각형 6">
              <a:extLst>
                <a:ext uri="{FF2B5EF4-FFF2-40B4-BE49-F238E27FC236}">
                  <a16:creationId xmlns:a16="http://schemas.microsoft.com/office/drawing/2014/main" id="{10A55DD9-D672-462C-C45E-D67FE699D264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B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8" name="직사각형 7">
              <a:extLst>
                <a:ext uri="{FF2B5EF4-FFF2-40B4-BE49-F238E27FC236}">
                  <a16:creationId xmlns:a16="http://schemas.microsoft.com/office/drawing/2014/main" id="{32EF69D4-F7E3-61C0-68FD-0E964A49F4BA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누이구루미</a:t>
              </a:r>
              <a:endParaRPr lang="ko-KR" altLang="en-US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11" name="그룹 10">
            <a:extLst>
              <a:ext uri="{FF2B5EF4-FFF2-40B4-BE49-F238E27FC236}">
                <a16:creationId xmlns:a16="http://schemas.microsoft.com/office/drawing/2014/main" id="{C653DFCE-D718-E42F-559E-5691E83CCF69}"/>
              </a:ext>
            </a:extLst>
          </p:cNvPr>
          <p:cNvGrpSpPr/>
          <p:nvPr/>
        </p:nvGrpSpPr>
        <p:grpSpPr>
          <a:xfrm>
            <a:off x="576117" y="3016250"/>
            <a:ext cx="3697200" cy="1486800"/>
            <a:chOff x="677717" y="2434934"/>
            <a:chExt cx="3697200" cy="1486800"/>
          </a:xfrm>
        </p:grpSpPr>
        <p:sp>
          <p:nvSpPr>
            <p:cNvPr id="12" name="자유형: 도형 11">
              <a:extLst>
                <a:ext uri="{FF2B5EF4-FFF2-40B4-BE49-F238E27FC236}">
                  <a16:creationId xmlns:a16="http://schemas.microsoft.com/office/drawing/2014/main" id="{35945CF1-80A5-B9E2-7094-6AA5E1084A77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3" name="자유형: 도형 12">
              <a:extLst>
                <a:ext uri="{FF2B5EF4-FFF2-40B4-BE49-F238E27FC236}">
                  <a16:creationId xmlns:a16="http://schemas.microsoft.com/office/drawing/2014/main" id="{CDDE4181-F8B3-F579-EB24-7888A166622A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9DA6287E-1AD6-F651-292A-7E5CFCB0E295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C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15" name="직사각형 14">
              <a:extLst>
                <a:ext uri="{FF2B5EF4-FFF2-40B4-BE49-F238E27FC236}">
                  <a16:creationId xmlns:a16="http://schemas.microsoft.com/office/drawing/2014/main" id="{2D7CC9B6-28E6-AD5A-A98A-AA4E6F7E80B2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</a:pPr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</a:pP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데스크</a:t>
              </a:r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매트</a:t>
              </a:r>
            </a:p>
          </p:txBody>
        </p:sp>
      </p:grpSp>
      <p:grpSp>
        <p:nvGrpSpPr>
          <p:cNvPr id="25" name="그룹 24">
            <a:extLst>
              <a:ext uri="{FF2B5EF4-FFF2-40B4-BE49-F238E27FC236}">
                <a16:creationId xmlns:a16="http://schemas.microsoft.com/office/drawing/2014/main" id="{E924D777-71D6-0C57-60EF-DC29BEB1D6E3}"/>
              </a:ext>
            </a:extLst>
          </p:cNvPr>
          <p:cNvGrpSpPr/>
          <p:nvPr/>
        </p:nvGrpSpPr>
        <p:grpSpPr>
          <a:xfrm>
            <a:off x="4748067" y="3362934"/>
            <a:ext cx="3697200" cy="1486800"/>
            <a:chOff x="677717" y="2434934"/>
            <a:chExt cx="3697200" cy="1486800"/>
          </a:xfrm>
        </p:grpSpPr>
        <p:sp>
          <p:nvSpPr>
            <p:cNvPr id="26" name="자유형: 도형 25">
              <a:extLst>
                <a:ext uri="{FF2B5EF4-FFF2-40B4-BE49-F238E27FC236}">
                  <a16:creationId xmlns:a16="http://schemas.microsoft.com/office/drawing/2014/main" id="{EA027692-34C8-52E1-F475-677122204D04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7" name="자유형: 도형 26">
              <a:extLst>
                <a:ext uri="{FF2B5EF4-FFF2-40B4-BE49-F238E27FC236}">
                  <a16:creationId xmlns:a16="http://schemas.microsoft.com/office/drawing/2014/main" id="{57FABACB-D52E-3EED-4A1E-9DF72FFCA56C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8" name="직사각형 27">
              <a:extLst>
                <a:ext uri="{FF2B5EF4-FFF2-40B4-BE49-F238E27FC236}">
                  <a16:creationId xmlns:a16="http://schemas.microsoft.com/office/drawing/2014/main" id="{5A016040-3E78-1F8A-F8F0-F64813EC396A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29" name="직사각형 28">
              <a:extLst>
                <a:ext uri="{FF2B5EF4-FFF2-40B4-BE49-F238E27FC236}">
                  <a16:creationId xmlns:a16="http://schemas.microsoft.com/office/drawing/2014/main" id="{DA4FB735-CBED-39DF-0583-158256028F3A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릴리프 유리컵</a:t>
              </a:r>
            </a:p>
          </p:txBody>
        </p:sp>
      </p:grpSp>
      <p:grpSp>
        <p:nvGrpSpPr>
          <p:cNvPr id="30" name="그룹 29">
            <a:extLst>
              <a:ext uri="{FF2B5EF4-FFF2-40B4-BE49-F238E27FC236}">
                <a16:creationId xmlns:a16="http://schemas.microsoft.com/office/drawing/2014/main" id="{FC9AEBF6-DE08-A4F5-44EE-FD9F42461339}"/>
              </a:ext>
            </a:extLst>
          </p:cNvPr>
          <p:cNvGrpSpPr/>
          <p:nvPr/>
        </p:nvGrpSpPr>
        <p:grpSpPr>
          <a:xfrm>
            <a:off x="8691417" y="1190334"/>
            <a:ext cx="3697200" cy="1486800"/>
            <a:chOff x="677717" y="2434934"/>
            <a:chExt cx="3697200" cy="1486800"/>
          </a:xfrm>
        </p:grpSpPr>
        <p:sp>
          <p:nvSpPr>
            <p:cNvPr id="31" name="자유형: 도형 30">
              <a:extLst>
                <a:ext uri="{FF2B5EF4-FFF2-40B4-BE49-F238E27FC236}">
                  <a16:creationId xmlns:a16="http://schemas.microsoft.com/office/drawing/2014/main" id="{5D548447-B942-5621-C2CC-9D8BD6D348BB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2" name="자유형: 도형 31">
              <a:extLst>
                <a:ext uri="{FF2B5EF4-FFF2-40B4-BE49-F238E27FC236}">
                  <a16:creationId xmlns:a16="http://schemas.microsoft.com/office/drawing/2014/main" id="{4BDF7EB7-8A7B-ACB3-C4BC-0365B757B6FA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3" name="직사각형 32">
              <a:extLst>
                <a:ext uri="{FF2B5EF4-FFF2-40B4-BE49-F238E27FC236}">
                  <a16:creationId xmlns:a16="http://schemas.microsoft.com/office/drawing/2014/main" id="{A2511892-FA14-5824-8EAD-58E49D78488D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E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34" name="직사각형 33">
              <a:extLst>
                <a:ext uri="{FF2B5EF4-FFF2-40B4-BE49-F238E27FC236}">
                  <a16:creationId xmlns:a16="http://schemas.microsoft.com/office/drawing/2014/main" id="{A72AF256-61C1-CB77-1EEC-8C24CD0DF301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/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마스코트</a:t>
              </a:r>
            </a:p>
          </p:txBody>
        </p:sp>
      </p:grpSp>
      <p:grpSp>
        <p:nvGrpSpPr>
          <p:cNvPr id="35" name="그룹 34">
            <a:extLst>
              <a:ext uri="{FF2B5EF4-FFF2-40B4-BE49-F238E27FC236}">
                <a16:creationId xmlns:a16="http://schemas.microsoft.com/office/drawing/2014/main" id="{D703E9C4-B133-F0C0-DF16-91A69C03A5A7}"/>
              </a:ext>
            </a:extLst>
          </p:cNvPr>
          <p:cNvGrpSpPr/>
          <p:nvPr/>
        </p:nvGrpSpPr>
        <p:grpSpPr>
          <a:xfrm>
            <a:off x="8691417" y="3362934"/>
            <a:ext cx="3697200" cy="1486800"/>
            <a:chOff x="677717" y="2434934"/>
            <a:chExt cx="3697200" cy="1486800"/>
          </a:xfrm>
        </p:grpSpPr>
        <p:sp>
          <p:nvSpPr>
            <p:cNvPr id="36" name="자유형: 도형 35">
              <a:extLst>
                <a:ext uri="{FF2B5EF4-FFF2-40B4-BE49-F238E27FC236}">
                  <a16:creationId xmlns:a16="http://schemas.microsoft.com/office/drawing/2014/main" id="{10E93190-DD02-09EF-35FC-7C0DD25DB531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7" name="자유형: 도형 36">
              <a:extLst>
                <a:ext uri="{FF2B5EF4-FFF2-40B4-BE49-F238E27FC236}">
                  <a16:creationId xmlns:a16="http://schemas.microsoft.com/office/drawing/2014/main" id="{08F49E2E-D360-8EF9-7A36-8AC7393533B2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38" name="직사각형 37">
              <a:extLst>
                <a:ext uri="{FF2B5EF4-FFF2-40B4-BE49-F238E27FC236}">
                  <a16:creationId xmlns:a16="http://schemas.microsoft.com/office/drawing/2014/main" id="{CECC42BC-1066-D644-266E-7C5518AA175D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F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39" name="직사각형 38">
              <a:extLst>
                <a:ext uri="{FF2B5EF4-FFF2-40B4-BE49-F238E27FC236}">
                  <a16:creationId xmlns:a16="http://schemas.microsoft.com/office/drawing/2014/main" id="{FD76B7BB-B5C9-B32F-19CC-0AA187239DA2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/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토트백</a:t>
              </a:r>
              <a:endParaRPr lang="ko-KR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0" name="그룹 39">
            <a:extLst>
              <a:ext uri="{FF2B5EF4-FFF2-40B4-BE49-F238E27FC236}">
                <a16:creationId xmlns:a16="http://schemas.microsoft.com/office/drawing/2014/main" id="{AE3BE3F7-3560-1299-C55F-1A165FFADA37}"/>
              </a:ext>
            </a:extLst>
          </p:cNvPr>
          <p:cNvGrpSpPr/>
          <p:nvPr/>
        </p:nvGrpSpPr>
        <p:grpSpPr>
          <a:xfrm>
            <a:off x="4748067" y="5074086"/>
            <a:ext cx="3697200" cy="1486800"/>
            <a:chOff x="677717" y="2434934"/>
            <a:chExt cx="3697200" cy="1486800"/>
          </a:xfrm>
        </p:grpSpPr>
        <p:sp>
          <p:nvSpPr>
            <p:cNvPr id="41" name="자유형: 도형 40">
              <a:extLst>
                <a:ext uri="{FF2B5EF4-FFF2-40B4-BE49-F238E27FC236}">
                  <a16:creationId xmlns:a16="http://schemas.microsoft.com/office/drawing/2014/main" id="{AD9128CD-5E00-5486-9AED-F85476E7F8A1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2" name="자유형: 도형 41">
              <a:extLst>
                <a:ext uri="{FF2B5EF4-FFF2-40B4-BE49-F238E27FC236}">
                  <a16:creationId xmlns:a16="http://schemas.microsoft.com/office/drawing/2014/main" id="{C7415409-6E6B-A33B-0D61-D5A65C5F3C02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3" name="직사각형 42">
              <a:extLst>
                <a:ext uri="{FF2B5EF4-FFF2-40B4-BE49-F238E27FC236}">
                  <a16:creationId xmlns:a16="http://schemas.microsoft.com/office/drawing/2014/main" id="{E9A5E540-766D-6C96-313A-5F7F88D5C74F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G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44" name="직사각형 43">
              <a:extLst>
                <a:ext uri="{FF2B5EF4-FFF2-40B4-BE49-F238E27FC236}">
                  <a16:creationId xmlns:a16="http://schemas.microsoft.com/office/drawing/2014/main" id="{38ED8F13-3C36-E535-463F-C627F4ACDA00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헤어 터번</a:t>
              </a:r>
            </a:p>
          </p:txBody>
        </p:sp>
      </p:grpSp>
      <p:grpSp>
        <p:nvGrpSpPr>
          <p:cNvPr id="45" name="그룹 44">
            <a:extLst>
              <a:ext uri="{FF2B5EF4-FFF2-40B4-BE49-F238E27FC236}">
                <a16:creationId xmlns:a16="http://schemas.microsoft.com/office/drawing/2014/main" id="{1C84A5DE-AF2B-0894-4AA6-34602F0D3552}"/>
              </a:ext>
            </a:extLst>
          </p:cNvPr>
          <p:cNvGrpSpPr/>
          <p:nvPr/>
        </p:nvGrpSpPr>
        <p:grpSpPr>
          <a:xfrm>
            <a:off x="8691417" y="5074086"/>
            <a:ext cx="3697200" cy="1486800"/>
            <a:chOff x="677717" y="2434934"/>
            <a:chExt cx="3697200" cy="1486800"/>
          </a:xfrm>
        </p:grpSpPr>
        <p:sp>
          <p:nvSpPr>
            <p:cNvPr id="46" name="자유형: 도형 45">
              <a:extLst>
                <a:ext uri="{FF2B5EF4-FFF2-40B4-BE49-F238E27FC236}">
                  <a16:creationId xmlns:a16="http://schemas.microsoft.com/office/drawing/2014/main" id="{BCE482E9-FCDA-2A4D-8A16-A68BC5D4570C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7" name="자유형: 도형 46">
              <a:extLst>
                <a:ext uri="{FF2B5EF4-FFF2-40B4-BE49-F238E27FC236}">
                  <a16:creationId xmlns:a16="http://schemas.microsoft.com/office/drawing/2014/main" id="{1BD4C77B-9CE6-25C9-81DB-8C833F0F73C7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48" name="직사각형 47">
              <a:extLst>
                <a:ext uri="{FF2B5EF4-FFF2-40B4-BE49-F238E27FC236}">
                  <a16:creationId xmlns:a16="http://schemas.microsoft.com/office/drawing/2014/main" id="{6BF79229-6C8E-0A0D-E34D-61E67CD10326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H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49" name="직사각형 48">
              <a:extLst>
                <a:ext uri="{FF2B5EF4-FFF2-40B4-BE49-F238E27FC236}">
                  <a16:creationId xmlns:a16="http://schemas.microsoft.com/office/drawing/2014/main" id="{8EFC102C-EC18-2791-4F7A-F60954566B64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/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바구니</a:t>
              </a:r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(하늘색)</a:t>
              </a:r>
            </a:p>
          </p:txBody>
        </p:sp>
      </p:grpSp>
      <p:grpSp>
        <p:nvGrpSpPr>
          <p:cNvPr id="51" name="그룹 50">
            <a:extLst>
              <a:ext uri="{FF2B5EF4-FFF2-40B4-BE49-F238E27FC236}">
                <a16:creationId xmlns:a16="http://schemas.microsoft.com/office/drawing/2014/main" id="{FE4E8432-1E62-36FD-03B0-E6504F9BE33D}"/>
              </a:ext>
            </a:extLst>
          </p:cNvPr>
          <p:cNvGrpSpPr/>
          <p:nvPr/>
        </p:nvGrpSpPr>
        <p:grpSpPr>
          <a:xfrm>
            <a:off x="557147" y="4961515"/>
            <a:ext cx="3697200" cy="1486800"/>
            <a:chOff x="677717" y="2434934"/>
            <a:chExt cx="3697200" cy="1486800"/>
          </a:xfrm>
        </p:grpSpPr>
        <p:sp>
          <p:nvSpPr>
            <p:cNvPr id="52" name="자유형: 도형 51">
              <a:extLst>
                <a:ext uri="{FF2B5EF4-FFF2-40B4-BE49-F238E27FC236}">
                  <a16:creationId xmlns:a16="http://schemas.microsoft.com/office/drawing/2014/main" id="{856DAA00-0C8C-C031-0BCC-2014ABA48CC4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3" name="자유형: 도형 52">
              <a:extLst>
                <a:ext uri="{FF2B5EF4-FFF2-40B4-BE49-F238E27FC236}">
                  <a16:creationId xmlns:a16="http://schemas.microsoft.com/office/drawing/2014/main" id="{78787580-B847-C71B-244E-9255DE0B2CAF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tx1"/>
              </a:solidFill>
              <a:prstDash val="lgDashDot"/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26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년 </a:t>
              </a:r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07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월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아타리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쿠지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4" name="그룹 3">
            <a:extLst>
              <a:ext uri="{FF2B5EF4-FFF2-40B4-BE49-F238E27FC236}">
                <a16:creationId xmlns:a16="http://schemas.microsoft.com/office/drawing/2014/main" id="{E413D64B-DDAF-DD5F-862C-BBD53B6EC882}"/>
              </a:ext>
            </a:extLst>
          </p:cNvPr>
          <p:cNvGrpSpPr/>
          <p:nvPr/>
        </p:nvGrpSpPr>
        <p:grpSpPr>
          <a:xfrm>
            <a:off x="12871531" y="1190334"/>
            <a:ext cx="3697200" cy="1486800"/>
            <a:chOff x="677717" y="2434934"/>
            <a:chExt cx="3697200" cy="1486800"/>
          </a:xfrm>
        </p:grpSpPr>
        <p:sp>
          <p:nvSpPr>
            <p:cNvPr id="16" name="자유형: 도형 15">
              <a:extLst>
                <a:ext uri="{FF2B5EF4-FFF2-40B4-BE49-F238E27FC236}">
                  <a16:creationId xmlns:a16="http://schemas.microsoft.com/office/drawing/2014/main" id="{8E50CBC8-54B7-0ADD-D936-E6E3F1A0C49F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1" name="자유형: 도형 20">
              <a:extLst>
                <a:ext uri="{FF2B5EF4-FFF2-40B4-BE49-F238E27FC236}">
                  <a16:creationId xmlns:a16="http://schemas.microsoft.com/office/drawing/2014/main" id="{CB185065-7B15-9845-C857-7B788BE812C5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22" name="직사각형 21">
              <a:extLst>
                <a:ext uri="{FF2B5EF4-FFF2-40B4-BE49-F238E27FC236}">
                  <a16:creationId xmlns:a16="http://schemas.microsoft.com/office/drawing/2014/main" id="{65EF9217-10B2-9C09-60B3-EB5C00E3EDEA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I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23" name="직사각형 22">
              <a:extLst>
                <a:ext uri="{FF2B5EF4-FFF2-40B4-BE49-F238E27FC236}">
                  <a16:creationId xmlns:a16="http://schemas.microsoft.com/office/drawing/2014/main" id="{71B53AA8-8B97-ECE0-3EF0-0758D93557B9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/>
              <a:r>
                <a:rPr lang="ko-KR" altLang="en-US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바구니</a:t>
              </a:r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흰색</a:t>
              </a:r>
              <a:r>
                <a:rPr lang="en-US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lang="ko-KR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grpSp>
        <p:nvGrpSpPr>
          <p:cNvPr id="24" name="그룹 23">
            <a:extLst>
              <a:ext uri="{FF2B5EF4-FFF2-40B4-BE49-F238E27FC236}">
                <a16:creationId xmlns:a16="http://schemas.microsoft.com/office/drawing/2014/main" id="{72AF0818-736C-7DCB-751B-022C771DC6AF}"/>
              </a:ext>
            </a:extLst>
          </p:cNvPr>
          <p:cNvGrpSpPr/>
          <p:nvPr/>
        </p:nvGrpSpPr>
        <p:grpSpPr>
          <a:xfrm>
            <a:off x="12871531" y="3362934"/>
            <a:ext cx="3697200" cy="1486800"/>
            <a:chOff x="677717" y="2434934"/>
            <a:chExt cx="3697200" cy="1486800"/>
          </a:xfrm>
        </p:grpSpPr>
        <p:sp>
          <p:nvSpPr>
            <p:cNvPr id="50" name="자유형: 도형 49">
              <a:extLst>
                <a:ext uri="{FF2B5EF4-FFF2-40B4-BE49-F238E27FC236}">
                  <a16:creationId xmlns:a16="http://schemas.microsoft.com/office/drawing/2014/main" id="{81F5CB4B-6FA1-AE74-3AD7-1DDCFAE5D6D0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4" name="자유형: 도형 53">
              <a:extLst>
                <a:ext uri="{FF2B5EF4-FFF2-40B4-BE49-F238E27FC236}">
                  <a16:creationId xmlns:a16="http://schemas.microsoft.com/office/drawing/2014/main" id="{C9492416-B1D6-F0FA-F8A0-085AC96A3A0F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55" name="직사각형 54">
              <a:extLst>
                <a:ext uri="{FF2B5EF4-FFF2-40B4-BE49-F238E27FC236}">
                  <a16:creationId xmlns:a16="http://schemas.microsoft.com/office/drawing/2014/main" id="{75BE3238-5415-1301-BBA6-6979A31BF588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J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56" name="직사각형 55">
              <a:extLst>
                <a:ext uri="{FF2B5EF4-FFF2-40B4-BE49-F238E27FC236}">
                  <a16:creationId xmlns:a16="http://schemas.microsoft.com/office/drawing/2014/main" id="{48D500E6-9380-A560-9E7F-18F5B7653F58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/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리본 </a:t>
              </a:r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챰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(하늘색)</a:t>
              </a:r>
            </a:p>
          </p:txBody>
        </p:sp>
      </p:grpSp>
      <p:grpSp>
        <p:nvGrpSpPr>
          <p:cNvPr id="60" name="그룹 59">
            <a:extLst>
              <a:ext uri="{FF2B5EF4-FFF2-40B4-BE49-F238E27FC236}">
                <a16:creationId xmlns:a16="http://schemas.microsoft.com/office/drawing/2014/main" id="{D1A252C7-A460-46B2-2DD1-4EC2D112C32F}"/>
              </a:ext>
            </a:extLst>
          </p:cNvPr>
          <p:cNvGrpSpPr/>
          <p:nvPr/>
        </p:nvGrpSpPr>
        <p:grpSpPr>
          <a:xfrm>
            <a:off x="12871531" y="5074086"/>
            <a:ext cx="3697200" cy="1486800"/>
            <a:chOff x="677717" y="2434934"/>
            <a:chExt cx="3697200" cy="1486800"/>
          </a:xfrm>
        </p:grpSpPr>
        <p:sp>
          <p:nvSpPr>
            <p:cNvPr id="61" name="자유형: 도형 60">
              <a:extLst>
                <a:ext uri="{FF2B5EF4-FFF2-40B4-BE49-F238E27FC236}">
                  <a16:creationId xmlns:a16="http://schemas.microsoft.com/office/drawing/2014/main" id="{A25629D5-CEA7-FF4C-4260-21E361005A32}"/>
                </a:ext>
              </a:extLst>
            </p:cNvPr>
            <p:cNvSpPr/>
            <p:nvPr/>
          </p:nvSpPr>
          <p:spPr bwMode="gray">
            <a:xfrm>
              <a:off x="677717" y="2434934"/>
              <a:ext cx="3697200" cy="1486800"/>
            </a:xfrm>
            <a:custGeom>
              <a:avLst/>
              <a:gdLst>
                <a:gd name="csX0" fmla="*/ 0 w 3697200"/>
                <a:gd name="csY0" fmla="*/ 0 h 1486800"/>
                <a:gd name="csX1" fmla="*/ 3697200 w 3697200"/>
                <a:gd name="csY1" fmla="*/ 0 h 1486800"/>
                <a:gd name="csX2" fmla="*/ 3697200 w 3697200"/>
                <a:gd name="csY2" fmla="*/ 517650 h 1486800"/>
                <a:gd name="csX3" fmla="*/ 3691379 w 3697200"/>
                <a:gd name="csY3" fmla="*/ 517063 h 1486800"/>
                <a:gd name="csX4" fmla="*/ 3465042 w 3697200"/>
                <a:gd name="csY4" fmla="*/ 743400 h 1486800"/>
                <a:gd name="csX5" fmla="*/ 3691379 w 3697200"/>
                <a:gd name="csY5" fmla="*/ 969737 h 1486800"/>
                <a:gd name="csX6" fmla="*/ 3697200 w 3697200"/>
                <a:gd name="csY6" fmla="*/ 969150 h 1486800"/>
                <a:gd name="csX7" fmla="*/ 3697200 w 3697200"/>
                <a:gd name="csY7" fmla="*/ 1486800 h 1486800"/>
                <a:gd name="csX8" fmla="*/ 0 w 3697200"/>
                <a:gd name="csY8" fmla="*/ 1486800 h 1486800"/>
                <a:gd name="csX9" fmla="*/ 0 w 3697200"/>
                <a:gd name="csY9" fmla="*/ 969150 h 1486800"/>
                <a:gd name="csX10" fmla="*/ 5821 w 3697200"/>
                <a:gd name="csY10" fmla="*/ 969737 h 1486800"/>
                <a:gd name="csX11" fmla="*/ 232158 w 3697200"/>
                <a:gd name="csY11" fmla="*/ 743400 h 1486800"/>
                <a:gd name="csX12" fmla="*/ 5821 w 3697200"/>
                <a:gd name="csY12" fmla="*/ 517063 h 1486800"/>
                <a:gd name="csX13" fmla="*/ 0 w 3697200"/>
                <a:gd name="csY13" fmla="*/ 517650 h 1486800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  <a:cxn ang="0">
                  <a:pos x="csX9" y="csY9"/>
                </a:cxn>
                <a:cxn ang="0">
                  <a:pos x="csX10" y="csY10"/>
                </a:cxn>
                <a:cxn ang="0">
                  <a:pos x="csX11" y="csY11"/>
                </a:cxn>
                <a:cxn ang="0">
                  <a:pos x="csX12" y="csY12"/>
                </a:cxn>
                <a:cxn ang="0">
                  <a:pos x="csX13" y="csY13"/>
                </a:cxn>
              </a:cxnLst>
              <a:rect l="l" t="t" r="r" b="b"/>
              <a:pathLst>
                <a:path w="3697200" h="1486800">
                  <a:moveTo>
                    <a:pt x="0" y="0"/>
                  </a:moveTo>
                  <a:lnTo>
                    <a:pt x="3697200" y="0"/>
                  </a:lnTo>
                  <a:lnTo>
                    <a:pt x="3697200" y="517650"/>
                  </a:lnTo>
                  <a:lnTo>
                    <a:pt x="3691379" y="517063"/>
                  </a:lnTo>
                  <a:cubicBezTo>
                    <a:pt x="3566377" y="517063"/>
                    <a:pt x="3465042" y="618398"/>
                    <a:pt x="3465042" y="743400"/>
                  </a:cubicBezTo>
                  <a:cubicBezTo>
                    <a:pt x="3465042" y="868402"/>
                    <a:pt x="3566377" y="969737"/>
                    <a:pt x="3691379" y="969737"/>
                  </a:cubicBezTo>
                  <a:lnTo>
                    <a:pt x="3697200" y="969150"/>
                  </a:lnTo>
                  <a:lnTo>
                    <a:pt x="3697200" y="1486800"/>
                  </a:lnTo>
                  <a:lnTo>
                    <a:pt x="0" y="1486800"/>
                  </a:lnTo>
                  <a:lnTo>
                    <a:pt x="0" y="969150"/>
                  </a:lnTo>
                  <a:lnTo>
                    <a:pt x="5821" y="969737"/>
                  </a:lnTo>
                  <a:cubicBezTo>
                    <a:pt x="130823" y="969737"/>
                    <a:pt x="232158" y="868402"/>
                    <a:pt x="232158" y="743400"/>
                  </a:cubicBezTo>
                  <a:cubicBezTo>
                    <a:pt x="232158" y="618398"/>
                    <a:pt x="130823" y="517063"/>
                    <a:pt x="5821" y="517063"/>
                  </a:cubicBezTo>
                  <a:lnTo>
                    <a:pt x="0" y="517650"/>
                  </a:lnTo>
                  <a:close/>
                </a:path>
              </a:pathLst>
            </a:custGeom>
            <a:solidFill>
              <a:srgbClr val="DFEAC0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2" name="자유형: 도형 61">
              <a:extLst>
                <a:ext uri="{FF2B5EF4-FFF2-40B4-BE49-F238E27FC236}">
                  <a16:creationId xmlns:a16="http://schemas.microsoft.com/office/drawing/2014/main" id="{CCEC4CCD-8024-5449-3061-321C737466CD}"/>
                </a:ext>
              </a:extLst>
            </p:cNvPr>
            <p:cNvSpPr/>
            <p:nvPr/>
          </p:nvSpPr>
          <p:spPr bwMode="gray">
            <a:xfrm>
              <a:off x="970713" y="2610952"/>
              <a:ext cx="3144088" cy="1200486"/>
            </a:xfrm>
            <a:custGeom>
              <a:avLst/>
              <a:gdLst>
                <a:gd name="csX0" fmla="*/ 161925 w 2864644"/>
                <a:gd name="csY0" fmla="*/ 0 h 1093788"/>
                <a:gd name="csX1" fmla="*/ 2702719 w 2864644"/>
                <a:gd name="csY1" fmla="*/ 0 h 1093788"/>
                <a:gd name="csX2" fmla="*/ 2864644 w 2864644"/>
                <a:gd name="csY2" fmla="*/ 161925 h 1093788"/>
                <a:gd name="csX3" fmla="*/ 2864644 w 2864644"/>
                <a:gd name="csY3" fmla="*/ 931863 h 1093788"/>
                <a:gd name="csX4" fmla="*/ 2702719 w 2864644"/>
                <a:gd name="csY4" fmla="*/ 1093788 h 1093788"/>
                <a:gd name="csX5" fmla="*/ 161925 w 2864644"/>
                <a:gd name="csY5" fmla="*/ 1093788 h 1093788"/>
                <a:gd name="csX6" fmla="*/ 0 w 2864644"/>
                <a:gd name="csY6" fmla="*/ 931863 h 1093788"/>
                <a:gd name="csX7" fmla="*/ 0 w 2864644"/>
                <a:gd name="csY7" fmla="*/ 161925 h 1093788"/>
                <a:gd name="csX8" fmla="*/ 161925 w 2864644"/>
                <a:gd name="csY8" fmla="*/ 0 h 1093788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2864644" h="1093788">
                  <a:moveTo>
                    <a:pt x="161925" y="0"/>
                  </a:moveTo>
                  <a:lnTo>
                    <a:pt x="2702719" y="0"/>
                  </a:lnTo>
                  <a:cubicBezTo>
                    <a:pt x="2702719" y="89429"/>
                    <a:pt x="2775215" y="161925"/>
                    <a:pt x="2864644" y="161925"/>
                  </a:cubicBezTo>
                  <a:lnTo>
                    <a:pt x="2864644" y="931863"/>
                  </a:lnTo>
                  <a:cubicBezTo>
                    <a:pt x="2775215" y="931863"/>
                    <a:pt x="2702719" y="1004359"/>
                    <a:pt x="2702719" y="1093788"/>
                  </a:cubicBezTo>
                  <a:lnTo>
                    <a:pt x="161925" y="1093788"/>
                  </a:lnTo>
                  <a:cubicBezTo>
                    <a:pt x="161925" y="1004359"/>
                    <a:pt x="89429" y="931863"/>
                    <a:pt x="0" y="931863"/>
                  </a:cubicBezTo>
                  <a:lnTo>
                    <a:pt x="0" y="161925"/>
                  </a:lnTo>
                  <a:cubicBezTo>
                    <a:pt x="89429" y="161925"/>
                    <a:pt x="161925" y="89429"/>
                    <a:pt x="161925" y="0"/>
                  </a:cubicBezTo>
                  <a:close/>
                </a:path>
              </a:pathLst>
            </a:custGeom>
            <a:solidFill>
              <a:srgbClr val="E6E6E6"/>
            </a:solidFill>
            <a:ln w="317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</p:spPr>
          <p:txBody>
            <a:bodyPr wrap="square" lIns="88900" tIns="88900" rIns="88900" bIns="88900" rtlCol="0" anchor="ctr">
              <a:noAutofit/>
            </a:bodyPr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1600" b="1" dirty="0">
                  <a:solidFill>
                    <a:schemeClr val="bg1"/>
                  </a:solidFill>
                </a:rPr>
                <a:t>`</a:t>
              </a:r>
              <a:endParaRPr lang="ko-KR" altLang="en-US" sz="1600" b="1" dirty="0">
                <a:solidFill>
                  <a:schemeClr val="bg1"/>
                </a:solidFill>
              </a:endParaRPr>
            </a:p>
          </p:txBody>
        </p:sp>
        <p:sp>
          <p:nvSpPr>
            <p:cNvPr id="63" name="직사각형 62">
              <a:extLst>
                <a:ext uri="{FF2B5EF4-FFF2-40B4-BE49-F238E27FC236}">
                  <a16:creationId xmlns:a16="http://schemas.microsoft.com/office/drawing/2014/main" id="{B4BC579E-3F6D-9BBB-2526-493C508E0FCC}"/>
                </a:ext>
              </a:extLst>
            </p:cNvPr>
            <p:cNvSpPr/>
            <p:nvPr/>
          </p:nvSpPr>
          <p:spPr bwMode="gray">
            <a:xfrm>
              <a:off x="1105658" y="2813050"/>
              <a:ext cx="717550" cy="762000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>
                <a:lnSpc>
                  <a:spcPct val="106000"/>
                </a:lnSpc>
                <a:buFont typeface="Wingdings 2" pitchFamily="18" charset="2"/>
                <a:buNone/>
              </a:pPr>
              <a:r>
                <a:rPr lang="en-US" altLang="ko-KR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K</a:t>
              </a:r>
              <a:r>
                <a:rPr lang="ko-KR" altLang="en-US" sz="44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상</a:t>
              </a:r>
            </a:p>
          </p:txBody>
        </p:sp>
        <p:sp>
          <p:nvSpPr>
            <p:cNvPr id="64" name="직사각형 63">
              <a:extLst>
                <a:ext uri="{FF2B5EF4-FFF2-40B4-BE49-F238E27FC236}">
                  <a16:creationId xmlns:a16="http://schemas.microsoft.com/office/drawing/2014/main" id="{3D146AE2-5D4C-7F3C-267B-886023313DBD}"/>
                </a:ext>
              </a:extLst>
            </p:cNvPr>
            <p:cNvSpPr/>
            <p:nvPr/>
          </p:nvSpPr>
          <p:spPr bwMode="gray">
            <a:xfrm>
              <a:off x="1958153" y="2662936"/>
              <a:ext cx="2057666" cy="1096518"/>
            </a:xfrm>
            <a:prstGeom prst="rect">
              <a:avLst/>
            </a:prstGeom>
            <a:noFill/>
            <a:ln w="19050" algn="ctr">
              <a:noFill/>
              <a:miter lim="800000"/>
              <a:headEnd/>
              <a:tailEnd/>
            </a:ln>
          </p:spPr>
          <p:txBody>
            <a:bodyPr wrap="none" lIns="88900" tIns="88900" rIns="88900" bIns="88900" rtlCol="0" anchor="ctr"/>
            <a:lstStyle/>
            <a:p>
              <a:pPr algn="ctr"/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시나모롤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 </a:t>
              </a:r>
              <a:endPara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algn="ctr"/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리본 </a:t>
              </a:r>
              <a:r>
                <a:rPr lang="ko-KR" altLang="ko-KR" b="1" dirty="0" err="1">
                  <a:latin typeface="나눔고딕" panose="020D0604000000000000" pitchFamily="50" charset="-127"/>
                  <a:ea typeface="나눔고딕" panose="020D0604000000000000" pitchFamily="50" charset="-127"/>
                </a:rPr>
                <a:t>챰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(</a:t>
              </a:r>
              <a:r>
                <a:rPr lang="ko-KR" altLang="en-US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흰색</a:t>
              </a:r>
              <a:r>
                <a:rPr lang="ko-KR" altLang="ko-KR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763867308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Deloitte Brand Theme_16_9">
  <a:themeElements>
    <a:clrScheme name="Deloitte">
      <a:dk1>
        <a:sysClr val="windowText" lastClr="000000"/>
      </a:dk1>
      <a:lt1>
        <a:sysClr val="window" lastClr="FFFFFF"/>
      </a:lt1>
      <a:dk2>
        <a:srgbClr val="222222"/>
      </a:dk2>
      <a:lt2>
        <a:srgbClr val="E6E6E6"/>
      </a:lt2>
      <a:accent1>
        <a:srgbClr val="86BC25"/>
      </a:accent1>
      <a:accent2>
        <a:srgbClr val="26890D"/>
      </a:accent2>
      <a:accent3>
        <a:srgbClr val="046A38"/>
      </a:accent3>
      <a:accent4>
        <a:srgbClr val="1C3D26"/>
      </a:accent4>
      <a:accent5>
        <a:srgbClr val="0DF200"/>
      </a:accent5>
      <a:accent6>
        <a:srgbClr val="F1F6E4"/>
      </a:accent6>
      <a:hlink>
        <a:srgbClr val="007CB0"/>
      </a:hlink>
      <a:folHlink>
        <a:srgbClr val="75787B"/>
      </a:folHlink>
    </a:clrScheme>
    <a:fontScheme name="PPT">
      <a:majorFont>
        <a:latin typeface="Open Sans"/>
        <a:ea typeface="나눔바른고딕"/>
        <a:cs typeface=""/>
      </a:majorFont>
      <a:minorFont>
        <a:latin typeface="Open Sans Light"/>
        <a:ea typeface="나눔바른고딕 Light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gray">
        <a:solidFill>
          <a:schemeClr val="accent3"/>
        </a:solidFill>
        <a:ln w="19050" algn="ctr">
          <a:noFill/>
          <a:miter lim="800000"/>
          <a:headEnd/>
          <a:tailEnd/>
        </a:ln>
      </a:spPr>
      <a:bodyPr wrap="square" lIns="88900" tIns="88900" rIns="88900" bIns="88900" rtlCol="0" anchor="ctr"/>
      <a:lstStyle>
        <a:defPPr>
          <a:lnSpc>
            <a:spcPct val="106000"/>
          </a:lnSpc>
          <a:buFont typeface="Wingdings 2" pitchFamily="18" charset="2"/>
          <a:buNone/>
          <a:defRPr sz="1600" b="1" dirty="0" smtClean="0">
            <a:solidFill>
              <a:schemeClr val="bg1"/>
            </a:solidFill>
          </a:defRPr>
        </a:defPPr>
      </a:lstStyle>
    </a:spDef>
    <a:lnDef>
      <a:spPr>
        <a:ln>
          <a:solidFill>
            <a:schemeClr val="tx2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lIns="0" tIns="0" rIns="0" bIns="0" rtlCol="0">
        <a:spAutoFit/>
      </a:bodyPr>
      <a:lstStyle>
        <a:defPPr marL="203200" indent="-203200">
          <a:spcBef>
            <a:spcPts val="600"/>
          </a:spcBef>
          <a:buSzPct val="100000"/>
          <a:buFont typeface="Arial"/>
          <a:buChar char="•"/>
          <a:defRPr dirty="0" smtClean="0">
            <a:solidFill>
              <a:srgbClr val="313131"/>
            </a:solidFill>
          </a:defRPr>
        </a:defPPr>
      </a:lstStyle>
    </a:txDef>
  </a:objectDefaults>
  <a:extraClrSchemeLst/>
  <a:custClrLst>
    <a:custClr name="Green 5">
      <a:srgbClr val="009A44"/>
    </a:custClr>
    <a:custClr name="Green 4">
      <a:srgbClr val="43B02A"/>
    </a:custClr>
    <a:custClr name="Green 2">
      <a:srgbClr val="C4D600"/>
    </a:custClr>
    <a:custClr name="Green 1">
      <a:srgbClr val="E3E48D"/>
    </a:custClr>
    <a:custClr name="Teal 8">
      <a:srgbClr val="0D8390"/>
    </a:custClr>
    <a:custClr name="Teal 7">
      <a:srgbClr val="004F59"/>
    </a:custClr>
    <a:custClr name="Teal 6">
      <a:srgbClr val="007680"/>
    </a:custClr>
    <a:custClr name="Teal 5">
      <a:srgbClr val="0097A9"/>
    </a:custClr>
    <a:custClr name="Teal 4">
      <a:srgbClr val="00ABAB"/>
    </a:custClr>
    <a:custClr name="Teal 3">
      <a:srgbClr val="6FC2B4"/>
    </a:custClr>
    <a:custClr name="Teal 2">
      <a:srgbClr val="9DD4CF"/>
    </a:custClr>
    <a:custClr name="Teal 1">
      <a:srgbClr val="DDEFE8"/>
    </a:custClr>
    <a:custClr name="Blue 8">
      <a:srgbClr val="007CB0"/>
    </a:custClr>
    <a:custClr name="Blue 7">
      <a:srgbClr val="041E42"/>
    </a:custClr>
    <a:custClr name="Blue 6">
      <a:srgbClr val="012169"/>
    </a:custClr>
    <a:custClr name="Blue 5">
      <a:srgbClr val="005587"/>
    </a:custClr>
    <a:custClr name="Blue 4">
      <a:srgbClr val="0076A8"/>
    </a:custClr>
    <a:custClr name="Blue 3">
      <a:srgbClr val="00A3E0"/>
    </a:custClr>
    <a:custClr name="Blue 2">
      <a:srgbClr val="62B5E5"/>
    </a:custClr>
    <a:custClr name="Blue 1">
      <a:srgbClr val="A0DCFF"/>
    </a:custClr>
    <a:custClr name="Cool Gray 11">
      <a:srgbClr val="53565A"/>
    </a:custClr>
    <a:custClr name="Cool Gray 10">
      <a:srgbClr val="63666A"/>
    </a:custClr>
    <a:custClr name="Cool Gray 9">
      <a:srgbClr val="75787B"/>
    </a:custClr>
    <a:custClr name="Cool Gray 7">
      <a:srgbClr val="97999B"/>
    </a:custClr>
    <a:custClr name="Cool Gray 6">
      <a:srgbClr val="A7A8AA"/>
    </a:custClr>
    <a:custClr name="Cool Gray 4">
      <a:srgbClr val="BBBCBC"/>
    </a:custClr>
    <a:custClr name="Cool Gray 2">
      <a:srgbClr val="D0D0CE"/>
    </a:custClr>
    <a:custClr name="Bright Teal">
      <a:srgbClr val="3EFAC5"/>
    </a:custClr>
    <a:custClr name="Bright Blue">
      <a:srgbClr val="33F0FF"/>
    </a:custClr>
    <a:custClr name="Red">
      <a:srgbClr val="DA291C"/>
    </a:custClr>
    <a:custClr name="Orange">
      <a:srgbClr val="ED8B00"/>
    </a:custClr>
    <a:custClr name="Yellow">
      <a:srgbClr val="FFCD00"/>
    </a:custClr>
  </a:custClrLst>
  <a:extLst>
    <a:ext uri="{05A4C25C-085E-4340-85A3-A5531E510DB2}">
      <thm15:themeFamily xmlns:thm15="http://schemas.microsoft.com/office/thememl/2012/main" name="Deloitte Brand Theme_16_9" id="{840AA631-0A83-4DD6-9907-F72104C89C61}" vid="{D2BF4AC3-9DEE-4FFB-8B8C-19C25B570854}"/>
    </a:ext>
  </a:extLst>
</a:theme>
</file>

<file path=docMetadata/LabelInfo.xml><?xml version="1.0" encoding="utf-8"?>
<clbl:labelList xmlns:clbl="http://schemas.microsoft.com/office/2020/mipLabelMetadata">
  <clbl:label id="{ea60d57e-af5b-4752-ac57-3e4f28ca11dc}" enabled="1" method="Standard" siteId="{36da45f1-dd2c-4d1f-af13-5abe46b99921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Default Theme</Template>
  <TotalTime>19</TotalTime>
  <Words>150</Words>
  <Application>Microsoft Office PowerPoint</Application>
  <PresentationFormat>와이드스크린</PresentationFormat>
  <Paragraphs>82</Paragraphs>
  <Slides>4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8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14" baseType="lpstr">
      <vt:lpstr>나눔고딕</vt:lpstr>
      <vt:lpstr>Aptos</vt:lpstr>
      <vt:lpstr>Arial</vt:lpstr>
      <vt:lpstr>Calibri</vt:lpstr>
      <vt:lpstr>Open Sans</vt:lpstr>
      <vt:lpstr>Open Sans Light</vt:lpstr>
      <vt:lpstr>Verdana</vt:lpstr>
      <vt:lpstr>Wingdings 2</vt:lpstr>
      <vt:lpstr>Deloitte Brand Theme_16_9</vt:lpstr>
      <vt:lpstr>think-cell Slide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Kim, Jin Wook</dc:creator>
  <cp:lastModifiedBy>김김 김</cp:lastModifiedBy>
  <cp:revision>6</cp:revision>
  <dcterms:created xsi:type="dcterms:W3CDTF">2026-04-20T05:18:32Z</dcterms:created>
  <dcterms:modified xsi:type="dcterms:W3CDTF">2026-06-30T17:29:36Z</dcterms:modified>
</cp:coreProperties>
</file>